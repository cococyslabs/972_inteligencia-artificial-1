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10287000" cx="18288000"/>
  <p:notesSz cx="6858000" cy="9144000"/>
  <p:embeddedFontLst>
    <p:embeddedFont>
      <p:font typeface="Arimo"/>
      <p:regular r:id="rId21"/>
      <p:bold r:id="rId22"/>
      <p:italic r:id="rId23"/>
      <p:boldItalic r:id="rId24"/>
    </p:embeddedFont>
    <p:embeddedFont>
      <p:font typeface="Nunito"/>
      <p:regular r:id="rId25"/>
      <p:bold r:id="rId26"/>
      <p:italic r:id="rId27"/>
      <p:boldItalic r:id="rId28"/>
    </p:embeddedFont>
    <p:embeddedFont>
      <p:font typeface="Anonymous Pro"/>
      <p:regular r:id="rId29"/>
      <p:bold r:id="rId30"/>
      <p:italic r:id="rId31"/>
      <p:boldItalic r:id="rId32"/>
    </p:embeddedFont>
    <p:embeddedFont>
      <p:font typeface="Open Sans"/>
      <p:regular r:id="rId33"/>
      <p:bold r:id="rId34"/>
      <p:italic r:id="rId35"/>
      <p:boldItalic r:id="rId36"/>
    </p:embeddedFont>
    <p:embeddedFont>
      <p:font typeface="Century Gothic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1" roundtripDataSignature="AMtx7mhBen8NCjIE06RnozpUfb0c4eCH3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9A86C86-9C15-4A5C-8D96-E6A92ABE852A}">
  <a:tblStyle styleId="{09A86C86-9C15-4A5C-8D96-E6A92ABE85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CenturyGothic-boldItalic.fntdata"/><Relationship Id="rId20" Type="http://schemas.openxmlformats.org/officeDocument/2006/relationships/slide" Target="slides/slide14.xml"/><Relationship Id="rId41" Type="http://customschemas.google.com/relationships/presentationmetadata" Target="metadata"/><Relationship Id="rId22" Type="http://schemas.openxmlformats.org/officeDocument/2006/relationships/font" Target="fonts/Arimo-bold.fntdata"/><Relationship Id="rId21" Type="http://schemas.openxmlformats.org/officeDocument/2006/relationships/font" Target="fonts/Arimo-regular.fntdata"/><Relationship Id="rId24" Type="http://schemas.openxmlformats.org/officeDocument/2006/relationships/font" Target="fonts/Arimo-boldItalic.fntdata"/><Relationship Id="rId23" Type="http://schemas.openxmlformats.org/officeDocument/2006/relationships/font" Target="fonts/Arim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Nunito-bold.fntdata"/><Relationship Id="rId25" Type="http://schemas.openxmlformats.org/officeDocument/2006/relationships/font" Target="fonts/Nunito-regular.fntdata"/><Relationship Id="rId28" Type="http://schemas.openxmlformats.org/officeDocument/2006/relationships/font" Target="fonts/Nunito-boldItalic.fntdata"/><Relationship Id="rId27" Type="http://schemas.openxmlformats.org/officeDocument/2006/relationships/font" Target="fonts/Nunito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AnonymousPro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AnonymousPro-italic.fntdata"/><Relationship Id="rId30" Type="http://schemas.openxmlformats.org/officeDocument/2006/relationships/font" Target="fonts/AnonymousPro-bold.fntdata"/><Relationship Id="rId11" Type="http://schemas.openxmlformats.org/officeDocument/2006/relationships/slide" Target="slides/slide5.xml"/><Relationship Id="rId33" Type="http://schemas.openxmlformats.org/officeDocument/2006/relationships/font" Target="fonts/OpenSans-regular.fntdata"/><Relationship Id="rId10" Type="http://schemas.openxmlformats.org/officeDocument/2006/relationships/slide" Target="slides/slide4.xml"/><Relationship Id="rId32" Type="http://schemas.openxmlformats.org/officeDocument/2006/relationships/font" Target="fonts/AnonymousPro-boldItalic.fntdata"/><Relationship Id="rId13" Type="http://schemas.openxmlformats.org/officeDocument/2006/relationships/slide" Target="slides/slide7.xml"/><Relationship Id="rId35" Type="http://schemas.openxmlformats.org/officeDocument/2006/relationships/font" Target="fonts/OpenSans-italic.fntdata"/><Relationship Id="rId12" Type="http://schemas.openxmlformats.org/officeDocument/2006/relationships/slide" Target="slides/slide6.xml"/><Relationship Id="rId34" Type="http://schemas.openxmlformats.org/officeDocument/2006/relationships/font" Target="fonts/OpenSans-bold.fntdata"/><Relationship Id="rId15" Type="http://schemas.openxmlformats.org/officeDocument/2006/relationships/slide" Target="slides/slide9.xml"/><Relationship Id="rId37" Type="http://schemas.openxmlformats.org/officeDocument/2006/relationships/font" Target="fonts/CenturyGothic-regular.fntdata"/><Relationship Id="rId14" Type="http://schemas.openxmlformats.org/officeDocument/2006/relationships/slide" Target="slides/slide8.xml"/><Relationship Id="rId36" Type="http://schemas.openxmlformats.org/officeDocument/2006/relationships/font" Target="fonts/OpenSans-boldItalic.fntdata"/><Relationship Id="rId17" Type="http://schemas.openxmlformats.org/officeDocument/2006/relationships/slide" Target="slides/slide11.xml"/><Relationship Id="rId39" Type="http://schemas.openxmlformats.org/officeDocument/2006/relationships/font" Target="fonts/CenturyGothic-italic.fntdata"/><Relationship Id="rId16" Type="http://schemas.openxmlformats.org/officeDocument/2006/relationships/slide" Target="slides/slide10.xml"/><Relationship Id="rId38" Type="http://schemas.openxmlformats.org/officeDocument/2006/relationships/font" Target="fonts/CenturyGothic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2" name="Google Shape;102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2" name="Google Shape;132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6" name="Google Shape;156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2" name="Google Shape;172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d75b4d7ed6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8" name="Google Shape;188;g3d75b4d7ed6_0_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1" name="Google Shape;211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8" name="Google Shape;228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4" name="Google Shape;244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7" name="Google Shape;267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0" name="Google Shape;290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6" name="Google Shape;306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1" name="Google Shape;311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9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348669" y="9151018"/>
            <a:ext cx="11152500" cy="10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40"/>
              <a:buFont typeface="Arial"/>
              <a:buNone/>
            </a:pPr>
            <a:r>
              <a:rPr b="1" i="0" lang="en-US" sz="314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NOMBRE DEL TUTOR</a:t>
            </a:r>
            <a:endParaRPr/>
          </a:p>
        </p:txBody>
      </p:sp>
      <p:graphicFrame>
        <p:nvGraphicFramePr>
          <p:cNvPr id="86" name="Google Shape;86;p1"/>
          <p:cNvGraphicFramePr/>
          <p:nvPr/>
        </p:nvGraphicFramePr>
        <p:xfrm>
          <a:off x="12495535" y="23400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{09A86C86-9C15-4A5C-8D96-E6A92ABE852A}</a:tableStyleId>
              </a:tblPr>
              <a:tblGrid>
                <a:gridCol w="2177950"/>
                <a:gridCol w="3116500"/>
              </a:tblGrid>
              <a:tr h="63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36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Día, Fecha:</a:t>
                      </a:r>
                      <a:endParaRPr sz="2000" u="none" cap="none" strike="noStrike"/>
                    </a:p>
                  </a:txBody>
                  <a:tcPr marT="16025" marB="16025" marR="16025" marL="160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5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Viérnes, XX-XX-XXXX</a:t>
                      </a:r>
                      <a:endParaRPr sz="2000" u="none" cap="none" strike="noStrike"/>
                    </a:p>
                  </a:txBody>
                  <a:tcPr marT="16025" marB="16025" marR="16025" marL="160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36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Hora de inicio:</a:t>
                      </a:r>
                      <a:endParaRPr sz="2000" u="none" cap="none" strike="noStrike"/>
                    </a:p>
                  </a:txBody>
                  <a:tcPr marT="16025" marB="16025" marR="16025" marL="160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5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19:00</a:t>
                      </a:r>
                      <a:endParaRPr sz="2000" u="none" cap="none" strike="noStrike"/>
                    </a:p>
                  </a:txBody>
                  <a:tcPr marT="16025" marB="16025" marR="16025" marL="160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87" name="Google Shape;87;p1"/>
          <p:cNvGrpSpPr/>
          <p:nvPr/>
        </p:nvGrpSpPr>
        <p:grpSpPr>
          <a:xfrm>
            <a:off x="5171189" y="4682322"/>
            <a:ext cx="7945622" cy="1568856"/>
            <a:chOff x="4044439" y="3905679"/>
            <a:chExt cx="10199120" cy="2475642"/>
          </a:xfrm>
        </p:grpSpPr>
        <p:sp>
          <p:nvSpPr>
            <p:cNvPr id="88" name="Google Shape;88;p1"/>
            <p:cNvSpPr/>
            <p:nvPr/>
          </p:nvSpPr>
          <p:spPr>
            <a:xfrm>
              <a:off x="4044439" y="3905679"/>
              <a:ext cx="10199120" cy="2475642"/>
            </a:xfrm>
            <a:prstGeom prst="roundRect">
              <a:avLst>
                <a:gd fmla="val 0" name="adj"/>
              </a:avLst>
            </a:prstGeom>
            <a:gradFill>
              <a:gsLst>
                <a:gs pos="0">
                  <a:srgbClr val="FFFFFF"/>
                </a:gs>
                <a:gs pos="18000">
                  <a:srgbClr val="FFFFFF"/>
                </a:gs>
                <a:gs pos="49000">
                  <a:srgbClr val="FFFFFF"/>
                </a:gs>
                <a:gs pos="65000">
                  <a:srgbClr val="DFDFDF">
                    <a:alpha val="0"/>
                  </a:srgbClr>
                </a:gs>
                <a:gs pos="82045">
                  <a:srgbClr val="FFFFFF"/>
                </a:gs>
                <a:gs pos="100000">
                  <a:srgbClr val="FFFFFF"/>
                </a:gs>
              </a:gsLst>
              <a:lin ang="2400000" scaled="0"/>
            </a:gradFill>
            <a:ln cap="rnd" cmpd="sng" w="28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63500" sx="101000" rotWithShape="0" algn="ctr" sy="101000">
                <a:srgbClr val="000000">
                  <a:alpha val="2196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9" name="Google Shape;89;p1"/>
            <p:cNvSpPr/>
            <p:nvPr/>
          </p:nvSpPr>
          <p:spPr>
            <a:xfrm>
              <a:off x="4157038" y="4050266"/>
              <a:ext cx="215603" cy="215603"/>
            </a:xfrm>
            <a:prstGeom prst="ellipse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  <a:effectLst>
              <a:outerShdw blurRad="12700" sx="111000" rotWithShape="0" algn="ctr" sy="111000">
                <a:srgbClr val="000000">
                  <a:alpha val="50196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0" name="Google Shape;90;p1"/>
            <p:cNvSpPr/>
            <p:nvPr/>
          </p:nvSpPr>
          <p:spPr>
            <a:xfrm>
              <a:off x="4157037" y="6061951"/>
              <a:ext cx="215603" cy="215603"/>
            </a:xfrm>
            <a:prstGeom prst="ellipse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  <a:effectLst>
              <a:outerShdw blurRad="12700" sx="111000" rotWithShape="0" algn="ctr" sy="111000">
                <a:srgbClr val="000000">
                  <a:alpha val="50196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1" name="Google Shape;91;p1"/>
            <p:cNvSpPr/>
            <p:nvPr/>
          </p:nvSpPr>
          <p:spPr>
            <a:xfrm>
              <a:off x="13915359" y="4050265"/>
              <a:ext cx="215603" cy="215603"/>
            </a:xfrm>
            <a:prstGeom prst="ellipse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  <a:effectLst>
              <a:outerShdw blurRad="12700" sx="111000" rotWithShape="0" algn="ctr" sy="111000">
                <a:srgbClr val="000000">
                  <a:alpha val="50196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2" name="Google Shape;92;p1"/>
            <p:cNvSpPr/>
            <p:nvPr/>
          </p:nvSpPr>
          <p:spPr>
            <a:xfrm>
              <a:off x="13915358" y="6095060"/>
              <a:ext cx="215603" cy="215603"/>
            </a:xfrm>
            <a:prstGeom prst="ellipse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  <a:effectLst>
              <a:outerShdw blurRad="12700" sx="111000" rotWithShape="0" algn="ctr" sy="111000">
                <a:srgbClr val="000000">
                  <a:alpha val="50196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93" name="Google Shape;93;p1"/>
          <p:cNvSpPr txBox="1"/>
          <p:nvPr/>
        </p:nvSpPr>
        <p:spPr>
          <a:xfrm>
            <a:off x="2550461" y="4820250"/>
            <a:ext cx="13187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Inteligencia Artificial 1 [X]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800">
        <p14:reveal dir="l"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/>
          <p:nvPr/>
        </p:nvSpPr>
        <p:spPr>
          <a:xfrm>
            <a:off x="0" y="0"/>
            <a:ext cx="18288000" cy="10401300"/>
          </a:xfrm>
          <a:custGeom>
            <a:rect b="b" l="l" r="r" t="t"/>
            <a:pathLst>
              <a:path extrusionOk="0" h="10401300" w="18288000">
                <a:moveTo>
                  <a:pt x="0" y="0"/>
                </a:moveTo>
                <a:lnTo>
                  <a:pt x="18288000" y="0"/>
                </a:lnTo>
                <a:lnTo>
                  <a:pt x="18288000" y="10401300"/>
                </a:lnTo>
                <a:lnTo>
                  <a:pt x="0" y="10401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/>
          <p:cNvSpPr txBox="1"/>
          <p:nvPr/>
        </p:nvSpPr>
        <p:spPr>
          <a:xfrm>
            <a:off x="1970099" y="4195548"/>
            <a:ext cx="14347801" cy="18959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99"/>
              <a:buFont typeface="Arial"/>
              <a:buNone/>
            </a:pPr>
            <a:r>
              <a:rPr b="1" i="0" lang="en-US" sz="8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Semana de Diagnóstico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800">
        <p14:reveal dir="l"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/>
          <p:nvPr/>
        </p:nvSpPr>
        <p:spPr>
          <a:xfrm>
            <a:off x="5485975" y="2166123"/>
            <a:ext cx="9896507" cy="7627980"/>
          </a:xfrm>
          <a:custGeom>
            <a:rect b="b" l="l" r="r" t="t"/>
            <a:pathLst>
              <a:path extrusionOk="0" h="5913163" w="9896507">
                <a:moveTo>
                  <a:pt x="0" y="0"/>
                </a:moveTo>
                <a:lnTo>
                  <a:pt x="9896507" y="0"/>
                </a:lnTo>
                <a:lnTo>
                  <a:pt x="9896507" y="5913163"/>
                </a:lnTo>
                <a:lnTo>
                  <a:pt x="0" y="59131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5977493" y="-213654"/>
            <a:ext cx="8913470" cy="3786117"/>
          </a:xfrm>
          <a:custGeom>
            <a:rect b="b" l="l" r="r" t="t"/>
            <a:pathLst>
              <a:path extrusionOk="0" h="5127946" w="11301259">
                <a:moveTo>
                  <a:pt x="0" y="0"/>
                </a:moveTo>
                <a:lnTo>
                  <a:pt x="11301258" y="0"/>
                </a:lnTo>
                <a:lnTo>
                  <a:pt x="11301258" y="5127946"/>
                </a:lnTo>
                <a:lnTo>
                  <a:pt x="0" y="51279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6361820" y="2614290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4"/>
          <p:cNvSpPr txBox="1"/>
          <p:nvPr/>
        </p:nvSpPr>
        <p:spPr>
          <a:xfrm>
            <a:off x="7206810" y="2910323"/>
            <a:ext cx="4886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1. Presentación del tutor</a:t>
            </a:r>
            <a:endParaRPr/>
          </a:p>
        </p:txBody>
      </p:sp>
      <p:sp>
        <p:nvSpPr>
          <p:cNvPr id="108" name="Google Shape;108;p4"/>
          <p:cNvSpPr/>
          <p:nvPr/>
        </p:nvSpPr>
        <p:spPr>
          <a:xfrm>
            <a:off x="6361820" y="3642910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4"/>
          <p:cNvSpPr txBox="1"/>
          <p:nvPr/>
        </p:nvSpPr>
        <p:spPr>
          <a:xfrm>
            <a:off x="7181322" y="3999073"/>
            <a:ext cx="706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2. Evaluación de Conocimientos Previos                             </a:t>
            </a:r>
            <a:endParaRPr/>
          </a:p>
        </p:txBody>
      </p:sp>
      <p:sp>
        <p:nvSpPr>
          <p:cNvPr id="110" name="Google Shape;110;p4"/>
          <p:cNvSpPr/>
          <p:nvPr/>
        </p:nvSpPr>
        <p:spPr>
          <a:xfrm>
            <a:off x="6310645" y="4720981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6310645" y="5823675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6310645" y="6926357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20"/>
                </a:lnTo>
                <a:lnTo>
                  <a:pt x="0" y="8248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4"/>
          <p:cNvSpPr txBox="1"/>
          <p:nvPr/>
        </p:nvSpPr>
        <p:spPr>
          <a:xfrm>
            <a:off x="7206793" y="5087798"/>
            <a:ext cx="7922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3. Presentación de los Estudiantes                                </a:t>
            </a:r>
            <a:endParaRPr/>
          </a:p>
        </p:txBody>
      </p:sp>
      <p:sp>
        <p:nvSpPr>
          <p:cNvPr id="114" name="Google Shape;114;p4"/>
          <p:cNvSpPr txBox="1"/>
          <p:nvPr/>
        </p:nvSpPr>
        <p:spPr>
          <a:xfrm>
            <a:off x="7168499" y="6120974"/>
            <a:ext cx="5928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4.  Censo de Horarios de Calificación                          </a:t>
            </a:r>
            <a:endParaRPr/>
          </a:p>
        </p:txBody>
      </p:sp>
      <p:sp>
        <p:nvSpPr>
          <p:cNvPr id="115" name="Google Shape;115;p4"/>
          <p:cNvSpPr txBox="1"/>
          <p:nvPr/>
        </p:nvSpPr>
        <p:spPr>
          <a:xfrm>
            <a:off x="7206792" y="7154123"/>
            <a:ext cx="8056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5. Programa del Curso                 					</a:t>
            </a:r>
            <a:endParaRPr/>
          </a:p>
        </p:txBody>
      </p:sp>
      <p:sp>
        <p:nvSpPr>
          <p:cNvPr id="116" name="Google Shape;116;p4"/>
          <p:cNvSpPr txBox="1"/>
          <p:nvPr/>
        </p:nvSpPr>
        <p:spPr>
          <a:xfrm>
            <a:off x="6793567" y="8127060"/>
            <a:ext cx="8056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6. Evaluación de Conocimientos del Curso Actual                                  </a:t>
            </a:r>
            <a:endParaRPr/>
          </a:p>
        </p:txBody>
      </p:sp>
      <p:sp>
        <p:nvSpPr>
          <p:cNvPr id="117" name="Google Shape;117;p4"/>
          <p:cNvSpPr txBox="1"/>
          <p:nvPr/>
        </p:nvSpPr>
        <p:spPr>
          <a:xfrm>
            <a:off x="6104092" y="9099985"/>
            <a:ext cx="8056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7. Tarea de fortalecimiento académico                                 </a:t>
            </a:r>
            <a:endParaRPr/>
          </a:p>
        </p:txBody>
      </p:sp>
      <p:sp>
        <p:nvSpPr>
          <p:cNvPr id="118" name="Google Shape;118;p4"/>
          <p:cNvSpPr/>
          <p:nvPr/>
        </p:nvSpPr>
        <p:spPr>
          <a:xfrm>
            <a:off x="6310645" y="7854782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20"/>
                </a:lnTo>
                <a:lnTo>
                  <a:pt x="0" y="8248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6361820" y="8872232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20"/>
                </a:lnTo>
                <a:lnTo>
                  <a:pt x="0" y="8248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0" name="Google Shape;120;p4"/>
          <p:cNvGrpSpPr/>
          <p:nvPr/>
        </p:nvGrpSpPr>
        <p:grpSpPr>
          <a:xfrm>
            <a:off x="-4860759" y="-821309"/>
            <a:ext cx="9926965" cy="12479909"/>
            <a:chOff x="-979521" y="-393368"/>
            <a:chExt cx="2042543" cy="2567829"/>
          </a:xfrm>
        </p:grpSpPr>
        <p:grpSp>
          <p:nvGrpSpPr>
            <p:cNvPr id="121" name="Google Shape;121;p4"/>
            <p:cNvGrpSpPr/>
            <p:nvPr/>
          </p:nvGrpSpPr>
          <p:grpSpPr>
            <a:xfrm>
              <a:off x="-428666" y="682773"/>
              <a:ext cx="1491688" cy="1491688"/>
              <a:chOff x="16500" y="16500"/>
              <a:chExt cx="779800" cy="779800"/>
            </a:xfrm>
          </p:grpSpPr>
          <p:sp>
            <p:nvSpPr>
              <p:cNvPr id="122" name="Google Shape;122;p4"/>
              <p:cNvSpPr/>
              <p:nvPr/>
            </p:nvSpPr>
            <p:spPr>
              <a:xfrm>
                <a:off x="16500" y="16500"/>
                <a:ext cx="779800" cy="779800"/>
              </a:xfrm>
              <a:custGeom>
                <a:rect b="b" l="l" r="r" t="t"/>
                <a:pathLst>
                  <a:path extrusionOk="0" h="779800" w="779800">
                    <a:moveTo>
                      <a:pt x="418067" y="11667"/>
                    </a:moveTo>
                    <a:lnTo>
                      <a:pt x="768133" y="361733"/>
                    </a:lnTo>
                    <a:cubicBezTo>
                      <a:pt x="775603" y="369203"/>
                      <a:pt x="779800" y="379335"/>
                      <a:pt x="779800" y="389900"/>
                    </a:cubicBezTo>
                    <a:cubicBezTo>
                      <a:pt x="779800" y="400465"/>
                      <a:pt x="775603" y="410597"/>
                      <a:pt x="768133" y="418067"/>
                    </a:cubicBezTo>
                    <a:lnTo>
                      <a:pt x="418067" y="768133"/>
                    </a:lnTo>
                    <a:cubicBezTo>
                      <a:pt x="410597" y="775603"/>
                      <a:pt x="400465" y="779800"/>
                      <a:pt x="389900" y="779800"/>
                    </a:cubicBezTo>
                    <a:cubicBezTo>
                      <a:pt x="379335" y="779800"/>
                      <a:pt x="369203" y="775603"/>
                      <a:pt x="361733" y="768133"/>
                    </a:cubicBezTo>
                    <a:lnTo>
                      <a:pt x="11667" y="418067"/>
                    </a:lnTo>
                    <a:cubicBezTo>
                      <a:pt x="4197" y="410597"/>
                      <a:pt x="0" y="400465"/>
                      <a:pt x="0" y="389900"/>
                    </a:cubicBezTo>
                    <a:cubicBezTo>
                      <a:pt x="0" y="379335"/>
                      <a:pt x="4197" y="369203"/>
                      <a:pt x="11667" y="361733"/>
                    </a:cubicBezTo>
                    <a:lnTo>
                      <a:pt x="361733" y="11667"/>
                    </a:lnTo>
                    <a:cubicBezTo>
                      <a:pt x="369203" y="4197"/>
                      <a:pt x="379335" y="0"/>
                      <a:pt x="389900" y="0"/>
                    </a:cubicBezTo>
                    <a:cubicBezTo>
                      <a:pt x="400465" y="0"/>
                      <a:pt x="410597" y="4197"/>
                      <a:pt x="418067" y="11667"/>
                    </a:cubicBezTo>
                    <a:close/>
                  </a:path>
                </a:pathLst>
              </a:custGeom>
              <a:solidFill>
                <a:srgbClr val="19577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" name="Google Shape;123;p4"/>
              <p:cNvSpPr txBox="1"/>
              <p:nvPr/>
            </p:nvSpPr>
            <p:spPr>
              <a:xfrm>
                <a:off x="139700" y="139700"/>
                <a:ext cx="533400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2275" lIns="12275" spcFirstLastPara="1" rIns="12275" wrap="square" tIns="12275">
                <a:noAutofit/>
              </a:bodyPr>
              <a:lstStyle/>
              <a:p>
                <a:pPr indent="0" lvl="0" marL="0" marR="0" rtl="0" algn="ctr">
                  <a:lnSpc>
                    <a:spcPct val="27444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4" name="Google Shape;124;p4"/>
            <p:cNvGrpSpPr/>
            <p:nvPr/>
          </p:nvGrpSpPr>
          <p:grpSpPr>
            <a:xfrm>
              <a:off x="-979521" y="-393368"/>
              <a:ext cx="1797860" cy="1797860"/>
              <a:chOff x="10621" y="10621"/>
              <a:chExt cx="791558" cy="791558"/>
            </a:xfrm>
          </p:grpSpPr>
          <p:sp>
            <p:nvSpPr>
              <p:cNvPr id="125" name="Google Shape;125;p4"/>
              <p:cNvSpPr/>
              <p:nvPr/>
            </p:nvSpPr>
            <p:spPr>
              <a:xfrm>
                <a:off x="10621" y="10621"/>
                <a:ext cx="791558" cy="791558"/>
              </a:xfrm>
              <a:custGeom>
                <a:rect b="b" l="l" r="r" t="t"/>
                <a:pathLst>
                  <a:path extrusionOk="0" h="791558" w="791558">
                    <a:moveTo>
                      <a:pt x="419502" y="13102"/>
                    </a:moveTo>
                    <a:lnTo>
                      <a:pt x="778456" y="372056"/>
                    </a:lnTo>
                    <a:cubicBezTo>
                      <a:pt x="791558" y="385158"/>
                      <a:pt x="791558" y="406400"/>
                      <a:pt x="778456" y="419502"/>
                    </a:cubicBezTo>
                    <a:lnTo>
                      <a:pt x="419502" y="778456"/>
                    </a:lnTo>
                    <a:cubicBezTo>
                      <a:pt x="406400" y="791558"/>
                      <a:pt x="385158" y="791558"/>
                      <a:pt x="372056" y="778456"/>
                    </a:cubicBezTo>
                    <a:lnTo>
                      <a:pt x="13102" y="419502"/>
                    </a:lnTo>
                    <a:cubicBezTo>
                      <a:pt x="0" y="406400"/>
                      <a:pt x="0" y="385158"/>
                      <a:pt x="13102" y="372056"/>
                    </a:cubicBezTo>
                    <a:lnTo>
                      <a:pt x="372056" y="13102"/>
                    </a:lnTo>
                    <a:cubicBezTo>
                      <a:pt x="385158" y="0"/>
                      <a:pt x="406400" y="0"/>
                      <a:pt x="419502" y="13102"/>
                    </a:cubicBezTo>
                    <a:close/>
                  </a:path>
                </a:pathLst>
              </a:custGeom>
              <a:solidFill>
                <a:srgbClr val="04364A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" name="Google Shape;126;p4"/>
              <p:cNvSpPr txBox="1"/>
              <p:nvPr/>
            </p:nvSpPr>
            <p:spPr>
              <a:xfrm>
                <a:off x="139700" y="139700"/>
                <a:ext cx="533400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2275" lIns="12275" spcFirstLastPara="1" rIns="12275" wrap="square" tIns="12275">
                <a:noAutofit/>
              </a:bodyPr>
              <a:lstStyle/>
              <a:p>
                <a:pPr indent="0" lvl="0" marL="0" marR="0" rtl="0" algn="ctr">
                  <a:lnSpc>
                    <a:spcPct val="27444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7" name="Google Shape;127;p4"/>
            <p:cNvGrpSpPr/>
            <p:nvPr/>
          </p:nvGrpSpPr>
          <p:grpSpPr>
            <a:xfrm>
              <a:off x="-276024" y="942894"/>
              <a:ext cx="638788" cy="638788"/>
              <a:chOff x="28540" y="28540"/>
              <a:chExt cx="755721" cy="755721"/>
            </a:xfrm>
          </p:grpSpPr>
          <p:sp>
            <p:nvSpPr>
              <p:cNvPr id="128" name="Google Shape;128;p4"/>
              <p:cNvSpPr/>
              <p:nvPr/>
            </p:nvSpPr>
            <p:spPr>
              <a:xfrm>
                <a:off x="28540" y="28540"/>
                <a:ext cx="755721" cy="755721"/>
              </a:xfrm>
              <a:custGeom>
                <a:rect b="b" l="l" r="r" t="t"/>
                <a:pathLst>
                  <a:path extrusionOk="0" h="755721" w="755721">
                    <a:moveTo>
                      <a:pt x="441605" y="35205"/>
                    </a:moveTo>
                    <a:lnTo>
                      <a:pt x="720515" y="314115"/>
                    </a:lnTo>
                    <a:cubicBezTo>
                      <a:pt x="755720" y="349320"/>
                      <a:pt x="755720" y="406400"/>
                      <a:pt x="720515" y="441605"/>
                    </a:cubicBezTo>
                    <a:lnTo>
                      <a:pt x="441605" y="720515"/>
                    </a:lnTo>
                    <a:cubicBezTo>
                      <a:pt x="406400" y="755720"/>
                      <a:pt x="349320" y="755720"/>
                      <a:pt x="314115" y="720515"/>
                    </a:cubicBezTo>
                    <a:lnTo>
                      <a:pt x="35205" y="441605"/>
                    </a:lnTo>
                    <a:cubicBezTo>
                      <a:pt x="0" y="406400"/>
                      <a:pt x="0" y="349320"/>
                      <a:pt x="35205" y="314115"/>
                    </a:cubicBezTo>
                    <a:lnTo>
                      <a:pt x="314115" y="35205"/>
                    </a:lnTo>
                    <a:cubicBezTo>
                      <a:pt x="349320" y="0"/>
                      <a:pt x="406400" y="0"/>
                      <a:pt x="441605" y="35205"/>
                    </a:cubicBezTo>
                    <a:close/>
                  </a:path>
                </a:pathLst>
              </a:custGeom>
              <a:solidFill>
                <a:srgbClr val="052A3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" name="Google Shape;129;p4"/>
              <p:cNvSpPr txBox="1"/>
              <p:nvPr/>
            </p:nvSpPr>
            <p:spPr>
              <a:xfrm>
                <a:off x="139700" y="139700"/>
                <a:ext cx="533400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2275" lIns="12275" spcFirstLastPara="1" rIns="12275" wrap="square" tIns="12275">
                <a:noAutofit/>
              </a:bodyPr>
              <a:lstStyle/>
              <a:p>
                <a:pPr indent="0" lvl="0" marL="0" marR="0" rtl="0" algn="ctr">
                  <a:lnSpc>
                    <a:spcPct val="27444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800">
        <p14:reveal dir="l"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"/>
          <p:cNvSpPr txBox="1"/>
          <p:nvPr/>
        </p:nvSpPr>
        <p:spPr>
          <a:xfrm>
            <a:off x="1407021" y="2665080"/>
            <a:ext cx="6792300" cy="19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Datos tutor</a:t>
            </a:r>
            <a:endParaRPr/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28600" lvl="0" marL="45720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Open Sans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135" name="Google Shape;135;p6"/>
          <p:cNvGrpSpPr/>
          <p:nvPr/>
        </p:nvGrpSpPr>
        <p:grpSpPr>
          <a:xfrm>
            <a:off x="-4860759" y="-821309"/>
            <a:ext cx="9926965" cy="12479909"/>
            <a:chOff x="-979521" y="-393368"/>
            <a:chExt cx="2042543" cy="2567829"/>
          </a:xfrm>
        </p:grpSpPr>
        <p:grpSp>
          <p:nvGrpSpPr>
            <p:cNvPr id="136" name="Google Shape;136;p6"/>
            <p:cNvGrpSpPr/>
            <p:nvPr/>
          </p:nvGrpSpPr>
          <p:grpSpPr>
            <a:xfrm>
              <a:off x="-428666" y="682773"/>
              <a:ext cx="1491688" cy="1491688"/>
              <a:chOff x="16500" y="16500"/>
              <a:chExt cx="779800" cy="779800"/>
            </a:xfrm>
          </p:grpSpPr>
          <p:sp>
            <p:nvSpPr>
              <p:cNvPr id="137" name="Google Shape;137;p6"/>
              <p:cNvSpPr/>
              <p:nvPr/>
            </p:nvSpPr>
            <p:spPr>
              <a:xfrm>
                <a:off x="16500" y="16500"/>
                <a:ext cx="779800" cy="779800"/>
              </a:xfrm>
              <a:custGeom>
                <a:rect b="b" l="l" r="r" t="t"/>
                <a:pathLst>
                  <a:path extrusionOk="0" h="779800" w="779800">
                    <a:moveTo>
                      <a:pt x="418067" y="11667"/>
                    </a:moveTo>
                    <a:lnTo>
                      <a:pt x="768133" y="361733"/>
                    </a:lnTo>
                    <a:cubicBezTo>
                      <a:pt x="775603" y="369203"/>
                      <a:pt x="779800" y="379335"/>
                      <a:pt x="779800" y="389900"/>
                    </a:cubicBezTo>
                    <a:cubicBezTo>
                      <a:pt x="779800" y="400465"/>
                      <a:pt x="775603" y="410597"/>
                      <a:pt x="768133" y="418067"/>
                    </a:cubicBezTo>
                    <a:lnTo>
                      <a:pt x="418067" y="768133"/>
                    </a:lnTo>
                    <a:cubicBezTo>
                      <a:pt x="410597" y="775603"/>
                      <a:pt x="400465" y="779800"/>
                      <a:pt x="389900" y="779800"/>
                    </a:cubicBezTo>
                    <a:cubicBezTo>
                      <a:pt x="379335" y="779800"/>
                      <a:pt x="369203" y="775603"/>
                      <a:pt x="361733" y="768133"/>
                    </a:cubicBezTo>
                    <a:lnTo>
                      <a:pt x="11667" y="418067"/>
                    </a:lnTo>
                    <a:cubicBezTo>
                      <a:pt x="4197" y="410597"/>
                      <a:pt x="0" y="400465"/>
                      <a:pt x="0" y="389900"/>
                    </a:cubicBezTo>
                    <a:cubicBezTo>
                      <a:pt x="0" y="379335"/>
                      <a:pt x="4197" y="369203"/>
                      <a:pt x="11667" y="361733"/>
                    </a:cubicBezTo>
                    <a:lnTo>
                      <a:pt x="361733" y="11667"/>
                    </a:lnTo>
                    <a:cubicBezTo>
                      <a:pt x="369203" y="4197"/>
                      <a:pt x="379335" y="0"/>
                      <a:pt x="389900" y="0"/>
                    </a:cubicBezTo>
                    <a:cubicBezTo>
                      <a:pt x="400465" y="0"/>
                      <a:pt x="410597" y="4197"/>
                      <a:pt x="418067" y="11667"/>
                    </a:cubicBezTo>
                    <a:close/>
                  </a:path>
                </a:pathLst>
              </a:custGeom>
              <a:solidFill>
                <a:srgbClr val="19577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" name="Google Shape;138;p6"/>
              <p:cNvSpPr txBox="1"/>
              <p:nvPr/>
            </p:nvSpPr>
            <p:spPr>
              <a:xfrm>
                <a:off x="139700" y="139700"/>
                <a:ext cx="533400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2275" lIns="12275" spcFirstLastPara="1" rIns="12275" wrap="square" tIns="12275">
                <a:noAutofit/>
              </a:bodyPr>
              <a:lstStyle/>
              <a:p>
                <a:pPr indent="0" lvl="0" marL="0" marR="0" rtl="0" algn="ctr">
                  <a:lnSpc>
                    <a:spcPct val="27444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9" name="Google Shape;139;p6"/>
            <p:cNvGrpSpPr/>
            <p:nvPr/>
          </p:nvGrpSpPr>
          <p:grpSpPr>
            <a:xfrm>
              <a:off x="-979521" y="-393368"/>
              <a:ext cx="1797860" cy="1797860"/>
              <a:chOff x="10621" y="10621"/>
              <a:chExt cx="791558" cy="791558"/>
            </a:xfrm>
          </p:grpSpPr>
          <p:sp>
            <p:nvSpPr>
              <p:cNvPr id="140" name="Google Shape;140;p6"/>
              <p:cNvSpPr/>
              <p:nvPr/>
            </p:nvSpPr>
            <p:spPr>
              <a:xfrm>
                <a:off x="10621" y="10621"/>
                <a:ext cx="791558" cy="791558"/>
              </a:xfrm>
              <a:custGeom>
                <a:rect b="b" l="l" r="r" t="t"/>
                <a:pathLst>
                  <a:path extrusionOk="0" h="791558" w="791558">
                    <a:moveTo>
                      <a:pt x="419502" y="13102"/>
                    </a:moveTo>
                    <a:lnTo>
                      <a:pt x="778456" y="372056"/>
                    </a:lnTo>
                    <a:cubicBezTo>
                      <a:pt x="791558" y="385158"/>
                      <a:pt x="791558" y="406400"/>
                      <a:pt x="778456" y="419502"/>
                    </a:cubicBezTo>
                    <a:lnTo>
                      <a:pt x="419502" y="778456"/>
                    </a:lnTo>
                    <a:cubicBezTo>
                      <a:pt x="406400" y="791558"/>
                      <a:pt x="385158" y="791558"/>
                      <a:pt x="372056" y="778456"/>
                    </a:cubicBezTo>
                    <a:lnTo>
                      <a:pt x="13102" y="419502"/>
                    </a:lnTo>
                    <a:cubicBezTo>
                      <a:pt x="0" y="406400"/>
                      <a:pt x="0" y="385158"/>
                      <a:pt x="13102" y="372056"/>
                    </a:cubicBezTo>
                    <a:lnTo>
                      <a:pt x="372056" y="13102"/>
                    </a:lnTo>
                    <a:cubicBezTo>
                      <a:pt x="385158" y="0"/>
                      <a:pt x="406400" y="0"/>
                      <a:pt x="419502" y="13102"/>
                    </a:cubicBezTo>
                    <a:close/>
                  </a:path>
                </a:pathLst>
              </a:custGeom>
              <a:solidFill>
                <a:srgbClr val="04364A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" name="Google Shape;141;p6"/>
              <p:cNvSpPr txBox="1"/>
              <p:nvPr/>
            </p:nvSpPr>
            <p:spPr>
              <a:xfrm>
                <a:off x="139700" y="139700"/>
                <a:ext cx="533400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2275" lIns="12275" spcFirstLastPara="1" rIns="12275" wrap="square" tIns="12275">
                <a:noAutofit/>
              </a:bodyPr>
              <a:lstStyle/>
              <a:p>
                <a:pPr indent="0" lvl="0" marL="0" marR="0" rtl="0" algn="ctr">
                  <a:lnSpc>
                    <a:spcPct val="27444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2" name="Google Shape;142;p6"/>
            <p:cNvGrpSpPr/>
            <p:nvPr/>
          </p:nvGrpSpPr>
          <p:grpSpPr>
            <a:xfrm>
              <a:off x="-276024" y="942894"/>
              <a:ext cx="638788" cy="638788"/>
              <a:chOff x="28540" y="28540"/>
              <a:chExt cx="755721" cy="755721"/>
            </a:xfrm>
          </p:grpSpPr>
          <p:sp>
            <p:nvSpPr>
              <p:cNvPr id="143" name="Google Shape;143;p6"/>
              <p:cNvSpPr/>
              <p:nvPr/>
            </p:nvSpPr>
            <p:spPr>
              <a:xfrm>
                <a:off x="28540" y="28540"/>
                <a:ext cx="755721" cy="755721"/>
              </a:xfrm>
              <a:custGeom>
                <a:rect b="b" l="l" r="r" t="t"/>
                <a:pathLst>
                  <a:path extrusionOk="0" h="755721" w="755721">
                    <a:moveTo>
                      <a:pt x="441605" y="35205"/>
                    </a:moveTo>
                    <a:lnTo>
                      <a:pt x="720515" y="314115"/>
                    </a:lnTo>
                    <a:cubicBezTo>
                      <a:pt x="755720" y="349320"/>
                      <a:pt x="755720" y="406400"/>
                      <a:pt x="720515" y="441605"/>
                    </a:cubicBezTo>
                    <a:lnTo>
                      <a:pt x="441605" y="720515"/>
                    </a:lnTo>
                    <a:cubicBezTo>
                      <a:pt x="406400" y="755720"/>
                      <a:pt x="349320" y="755720"/>
                      <a:pt x="314115" y="720515"/>
                    </a:cubicBezTo>
                    <a:lnTo>
                      <a:pt x="35205" y="441605"/>
                    </a:lnTo>
                    <a:cubicBezTo>
                      <a:pt x="0" y="406400"/>
                      <a:pt x="0" y="349320"/>
                      <a:pt x="35205" y="314115"/>
                    </a:cubicBezTo>
                    <a:lnTo>
                      <a:pt x="314115" y="35205"/>
                    </a:lnTo>
                    <a:cubicBezTo>
                      <a:pt x="349320" y="0"/>
                      <a:pt x="406400" y="0"/>
                      <a:pt x="441605" y="35205"/>
                    </a:cubicBezTo>
                    <a:close/>
                  </a:path>
                </a:pathLst>
              </a:custGeom>
              <a:solidFill>
                <a:srgbClr val="052A3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" name="Google Shape;144;p6"/>
              <p:cNvSpPr txBox="1"/>
              <p:nvPr/>
            </p:nvSpPr>
            <p:spPr>
              <a:xfrm>
                <a:off x="139700" y="139700"/>
                <a:ext cx="533400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2275" lIns="12275" spcFirstLastPara="1" rIns="12275" wrap="square" tIns="12275">
                <a:noAutofit/>
              </a:bodyPr>
              <a:lstStyle/>
              <a:p>
                <a:pPr indent="0" lvl="0" marL="0" marR="0" rtl="0" algn="ctr">
                  <a:lnSpc>
                    <a:spcPct val="27444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45" name="Google Shape;145;p6"/>
          <p:cNvSpPr/>
          <p:nvPr/>
        </p:nvSpPr>
        <p:spPr>
          <a:xfrm>
            <a:off x="15075801" y="5670291"/>
            <a:ext cx="1096690" cy="861721"/>
          </a:xfrm>
          <a:custGeom>
            <a:rect b="b" l="l" r="r" t="t"/>
            <a:pathLst>
              <a:path extrusionOk="0" h="134112" w="170688">
                <a:moveTo>
                  <a:pt x="16383" y="41275"/>
                </a:moveTo>
                <a:cubicBezTo>
                  <a:pt x="18542" y="42799"/>
                  <a:pt x="25019" y="47371"/>
                  <a:pt x="35941" y="54864"/>
                </a:cubicBezTo>
                <a:cubicBezTo>
                  <a:pt x="41783" y="58928"/>
                  <a:pt x="46863" y="62484"/>
                  <a:pt x="51308" y="65532"/>
                </a:cubicBezTo>
                <a:cubicBezTo>
                  <a:pt x="54991" y="68199"/>
                  <a:pt x="58293" y="70358"/>
                  <a:pt x="60960" y="72263"/>
                </a:cubicBezTo>
                <a:cubicBezTo>
                  <a:pt x="61214" y="72517"/>
                  <a:pt x="61722" y="72771"/>
                  <a:pt x="62357" y="73279"/>
                </a:cubicBezTo>
                <a:cubicBezTo>
                  <a:pt x="62992" y="73787"/>
                  <a:pt x="63881" y="74422"/>
                  <a:pt x="65024" y="75184"/>
                </a:cubicBezTo>
                <a:cubicBezTo>
                  <a:pt x="67056" y="76708"/>
                  <a:pt x="68834" y="77851"/>
                  <a:pt x="70104" y="78867"/>
                </a:cubicBezTo>
                <a:cubicBezTo>
                  <a:pt x="71374" y="79883"/>
                  <a:pt x="73152" y="80772"/>
                  <a:pt x="75057" y="81915"/>
                </a:cubicBezTo>
                <a:cubicBezTo>
                  <a:pt x="76962" y="83058"/>
                  <a:pt x="78867" y="83947"/>
                  <a:pt x="80518" y="84455"/>
                </a:cubicBezTo>
                <a:cubicBezTo>
                  <a:pt x="82169" y="84963"/>
                  <a:pt x="83820" y="85344"/>
                  <a:pt x="85217" y="85344"/>
                </a:cubicBezTo>
                <a:lnTo>
                  <a:pt x="85471" y="85344"/>
                </a:lnTo>
                <a:cubicBezTo>
                  <a:pt x="86868" y="85344"/>
                  <a:pt x="88519" y="85090"/>
                  <a:pt x="90170" y="84455"/>
                </a:cubicBezTo>
                <a:cubicBezTo>
                  <a:pt x="91821" y="83820"/>
                  <a:pt x="93726" y="83058"/>
                  <a:pt x="95631" y="81915"/>
                </a:cubicBezTo>
                <a:cubicBezTo>
                  <a:pt x="97536" y="80772"/>
                  <a:pt x="99187" y="79756"/>
                  <a:pt x="100584" y="78867"/>
                </a:cubicBezTo>
                <a:cubicBezTo>
                  <a:pt x="101981" y="77978"/>
                  <a:pt x="103632" y="76708"/>
                  <a:pt x="105791" y="75184"/>
                </a:cubicBezTo>
                <a:cubicBezTo>
                  <a:pt x="106807" y="74422"/>
                  <a:pt x="107696" y="73787"/>
                  <a:pt x="108458" y="73279"/>
                </a:cubicBezTo>
                <a:cubicBezTo>
                  <a:pt x="109220" y="72771"/>
                  <a:pt x="109601" y="72517"/>
                  <a:pt x="109855" y="72263"/>
                </a:cubicBezTo>
                <a:cubicBezTo>
                  <a:pt x="111887" y="70866"/>
                  <a:pt x="115189" y="68580"/>
                  <a:pt x="119507" y="65532"/>
                </a:cubicBezTo>
                <a:cubicBezTo>
                  <a:pt x="127381" y="60071"/>
                  <a:pt x="139065" y="51943"/>
                  <a:pt x="154432" y="41275"/>
                </a:cubicBezTo>
                <a:cubicBezTo>
                  <a:pt x="159004" y="37973"/>
                  <a:pt x="162941" y="34163"/>
                  <a:pt x="165989" y="29591"/>
                </a:cubicBezTo>
                <a:cubicBezTo>
                  <a:pt x="169037" y="25019"/>
                  <a:pt x="170688" y="20193"/>
                  <a:pt x="170688" y="15240"/>
                </a:cubicBezTo>
                <a:cubicBezTo>
                  <a:pt x="170688" y="11049"/>
                  <a:pt x="169164" y="7493"/>
                  <a:pt x="166116" y="4445"/>
                </a:cubicBezTo>
                <a:cubicBezTo>
                  <a:pt x="163068" y="1397"/>
                  <a:pt x="159639" y="0"/>
                  <a:pt x="155448" y="0"/>
                </a:cubicBezTo>
                <a:lnTo>
                  <a:pt x="15240" y="0"/>
                </a:lnTo>
                <a:cubicBezTo>
                  <a:pt x="10414" y="0"/>
                  <a:pt x="6604" y="1651"/>
                  <a:pt x="3937" y="4953"/>
                </a:cubicBezTo>
                <a:cubicBezTo>
                  <a:pt x="1270" y="8255"/>
                  <a:pt x="0" y="12319"/>
                  <a:pt x="0" y="17272"/>
                </a:cubicBezTo>
                <a:cubicBezTo>
                  <a:pt x="0" y="21209"/>
                  <a:pt x="1778" y="25654"/>
                  <a:pt x="5207" y="30226"/>
                </a:cubicBezTo>
                <a:cubicBezTo>
                  <a:pt x="8636" y="34798"/>
                  <a:pt x="12446" y="38608"/>
                  <a:pt x="16383" y="41275"/>
                </a:cubicBezTo>
                <a:moveTo>
                  <a:pt x="128016" y="74168"/>
                </a:moveTo>
                <a:lnTo>
                  <a:pt x="170688" y="116840"/>
                </a:lnTo>
                <a:lnTo>
                  <a:pt x="170688" y="43180"/>
                </a:lnTo>
                <a:cubicBezTo>
                  <a:pt x="167894" y="46228"/>
                  <a:pt x="164719" y="49022"/>
                  <a:pt x="161163" y="51435"/>
                </a:cubicBezTo>
                <a:cubicBezTo>
                  <a:pt x="148209" y="60198"/>
                  <a:pt x="137160" y="67818"/>
                  <a:pt x="128016" y="74168"/>
                </a:cubicBezTo>
                <a:moveTo>
                  <a:pt x="9652" y="51562"/>
                </a:moveTo>
                <a:cubicBezTo>
                  <a:pt x="5969" y="49149"/>
                  <a:pt x="2794" y="46355"/>
                  <a:pt x="0" y="43180"/>
                </a:cubicBezTo>
                <a:lnTo>
                  <a:pt x="0" y="116840"/>
                </a:lnTo>
                <a:lnTo>
                  <a:pt x="42672" y="74168"/>
                </a:lnTo>
                <a:cubicBezTo>
                  <a:pt x="34036" y="68199"/>
                  <a:pt x="23114" y="60706"/>
                  <a:pt x="9652" y="51562"/>
                </a:cubicBezTo>
                <a:moveTo>
                  <a:pt x="113792" y="84455"/>
                </a:moveTo>
                <a:cubicBezTo>
                  <a:pt x="110109" y="87122"/>
                  <a:pt x="107188" y="89154"/>
                  <a:pt x="105029" y="90678"/>
                </a:cubicBezTo>
                <a:cubicBezTo>
                  <a:pt x="102870" y="92202"/>
                  <a:pt x="99822" y="93726"/>
                  <a:pt x="96012" y="95250"/>
                </a:cubicBezTo>
                <a:cubicBezTo>
                  <a:pt x="92202" y="96774"/>
                  <a:pt x="88773" y="97536"/>
                  <a:pt x="85598" y="97536"/>
                </a:cubicBezTo>
                <a:lnTo>
                  <a:pt x="85217" y="97536"/>
                </a:lnTo>
                <a:cubicBezTo>
                  <a:pt x="81915" y="97536"/>
                  <a:pt x="78486" y="96774"/>
                  <a:pt x="74803" y="95250"/>
                </a:cubicBezTo>
                <a:cubicBezTo>
                  <a:pt x="71120" y="93726"/>
                  <a:pt x="68072" y="92202"/>
                  <a:pt x="65786" y="90678"/>
                </a:cubicBezTo>
                <a:cubicBezTo>
                  <a:pt x="63500" y="89154"/>
                  <a:pt x="60579" y="87122"/>
                  <a:pt x="57023" y="84455"/>
                </a:cubicBezTo>
                <a:cubicBezTo>
                  <a:pt x="56007" y="83693"/>
                  <a:pt x="54864" y="82931"/>
                  <a:pt x="53721" y="82042"/>
                </a:cubicBezTo>
                <a:lnTo>
                  <a:pt x="5207" y="130302"/>
                </a:lnTo>
                <a:cubicBezTo>
                  <a:pt x="8001" y="132842"/>
                  <a:pt x="11303" y="134112"/>
                  <a:pt x="15240" y="134112"/>
                </a:cubicBezTo>
                <a:lnTo>
                  <a:pt x="155448" y="134112"/>
                </a:lnTo>
                <a:cubicBezTo>
                  <a:pt x="159258" y="134112"/>
                  <a:pt x="162560" y="132842"/>
                  <a:pt x="165481" y="130302"/>
                </a:cubicBezTo>
                <a:lnTo>
                  <a:pt x="117094" y="81915"/>
                </a:lnTo>
                <a:cubicBezTo>
                  <a:pt x="115951" y="82804"/>
                  <a:pt x="114808" y="83566"/>
                  <a:pt x="113792" y="84328"/>
                </a:cubicBezTo>
              </a:path>
            </a:pathLst>
          </a:custGeom>
          <a:solidFill>
            <a:srgbClr val="0436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6" name="Google Shape;146;p6"/>
          <p:cNvCxnSpPr/>
          <p:nvPr/>
        </p:nvCxnSpPr>
        <p:spPr>
          <a:xfrm>
            <a:off x="11597147" y="2568333"/>
            <a:ext cx="5229565" cy="0"/>
          </a:xfrm>
          <a:prstGeom prst="straightConnector1">
            <a:avLst/>
          </a:prstGeom>
          <a:noFill/>
          <a:ln cap="rnd" cmpd="sng" w="76200">
            <a:solidFill>
              <a:srgbClr val="14131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7" name="Google Shape;147;p6"/>
          <p:cNvCxnSpPr/>
          <p:nvPr/>
        </p:nvCxnSpPr>
        <p:spPr>
          <a:xfrm rot="10800000">
            <a:off x="16826713" y="3465152"/>
            <a:ext cx="0" cy="7607613"/>
          </a:xfrm>
          <a:prstGeom prst="straightConnector1">
            <a:avLst/>
          </a:prstGeom>
          <a:noFill/>
          <a:ln cap="rnd" cmpd="sng" w="76200">
            <a:solidFill>
              <a:srgbClr val="14131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8" name="Google Shape;148;p6"/>
          <p:cNvSpPr/>
          <p:nvPr/>
        </p:nvSpPr>
        <p:spPr>
          <a:xfrm>
            <a:off x="15069372" y="3202379"/>
            <a:ext cx="1103119" cy="1422978"/>
          </a:xfrm>
          <a:custGeom>
            <a:rect b="b" l="l" r="r" t="t"/>
            <a:pathLst>
              <a:path extrusionOk="0" h="188779" w="146345">
                <a:moveTo>
                  <a:pt x="0" y="0"/>
                </a:moveTo>
                <a:lnTo>
                  <a:pt x="146344" y="0"/>
                </a:lnTo>
                <a:lnTo>
                  <a:pt x="146344" y="188779"/>
                </a:lnTo>
                <a:lnTo>
                  <a:pt x="0" y="1887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15080140" y="7585585"/>
            <a:ext cx="1096689" cy="1096689"/>
          </a:xfrm>
          <a:custGeom>
            <a:rect b="b" l="l" r="r" t="t"/>
            <a:pathLst>
              <a:path extrusionOk="0" h="145492" w="145492">
                <a:moveTo>
                  <a:pt x="0" y="0"/>
                </a:moveTo>
                <a:lnTo>
                  <a:pt x="145492" y="0"/>
                </a:lnTo>
                <a:lnTo>
                  <a:pt x="145492" y="145492"/>
                </a:lnTo>
                <a:lnTo>
                  <a:pt x="0" y="1454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 txBox="1"/>
          <p:nvPr/>
        </p:nvSpPr>
        <p:spPr>
          <a:xfrm>
            <a:off x="7486033" y="5731820"/>
            <a:ext cx="7017631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141313"/>
                </a:solidFill>
                <a:latin typeface="Nunito"/>
                <a:ea typeface="Nunito"/>
                <a:cs typeface="Nunito"/>
                <a:sym typeface="Nunito"/>
              </a:rPr>
              <a:t>Correo auxiliar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6"/>
          <p:cNvSpPr txBox="1"/>
          <p:nvPr/>
        </p:nvSpPr>
        <p:spPr>
          <a:xfrm>
            <a:off x="5930921" y="3616227"/>
            <a:ext cx="8591689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141313"/>
                </a:solidFill>
                <a:latin typeface="Arial"/>
                <a:ea typeface="Arial"/>
                <a:cs typeface="Arial"/>
                <a:sym typeface="Arial"/>
              </a:rPr>
              <a:t>NOMBRE AUXILIAR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6"/>
          <p:cNvSpPr txBox="1"/>
          <p:nvPr/>
        </p:nvSpPr>
        <p:spPr>
          <a:xfrm>
            <a:off x="7570198" y="7764598"/>
            <a:ext cx="7017631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141313"/>
                </a:solidFill>
                <a:latin typeface="Nunito"/>
                <a:ea typeface="Nunito"/>
                <a:cs typeface="Nunito"/>
                <a:sym typeface="Nunito"/>
              </a:rPr>
              <a:t>Github auxiliar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6"/>
          <p:cNvSpPr txBox="1"/>
          <p:nvPr/>
        </p:nvSpPr>
        <p:spPr>
          <a:xfrm>
            <a:off x="4022544" y="1113024"/>
            <a:ext cx="10242912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141313"/>
                </a:solidFill>
                <a:latin typeface="Arial"/>
                <a:ea typeface="Arial"/>
                <a:cs typeface="Arial"/>
                <a:sym typeface="Arial"/>
              </a:rPr>
              <a:t>INTELIGENCIA ARTIFICIAL 1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800">
        <p14:reveal dir="l"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" name="Google Shape;158;p7"/>
          <p:cNvGrpSpPr/>
          <p:nvPr/>
        </p:nvGrpSpPr>
        <p:grpSpPr>
          <a:xfrm>
            <a:off x="-4860759" y="-821309"/>
            <a:ext cx="9926965" cy="12479909"/>
            <a:chOff x="-979521" y="-393368"/>
            <a:chExt cx="2042543" cy="2567829"/>
          </a:xfrm>
        </p:grpSpPr>
        <p:grpSp>
          <p:nvGrpSpPr>
            <p:cNvPr id="159" name="Google Shape;159;p7"/>
            <p:cNvGrpSpPr/>
            <p:nvPr/>
          </p:nvGrpSpPr>
          <p:grpSpPr>
            <a:xfrm>
              <a:off x="-428666" y="682773"/>
              <a:ext cx="1491688" cy="1491688"/>
              <a:chOff x="16500" y="16500"/>
              <a:chExt cx="779800" cy="779800"/>
            </a:xfrm>
          </p:grpSpPr>
          <p:sp>
            <p:nvSpPr>
              <p:cNvPr id="160" name="Google Shape;160;p7"/>
              <p:cNvSpPr/>
              <p:nvPr/>
            </p:nvSpPr>
            <p:spPr>
              <a:xfrm>
                <a:off x="16500" y="16500"/>
                <a:ext cx="779800" cy="779800"/>
              </a:xfrm>
              <a:custGeom>
                <a:rect b="b" l="l" r="r" t="t"/>
                <a:pathLst>
                  <a:path extrusionOk="0" h="779800" w="779800">
                    <a:moveTo>
                      <a:pt x="418067" y="11667"/>
                    </a:moveTo>
                    <a:lnTo>
                      <a:pt x="768133" y="361733"/>
                    </a:lnTo>
                    <a:cubicBezTo>
                      <a:pt x="775603" y="369203"/>
                      <a:pt x="779800" y="379335"/>
                      <a:pt x="779800" y="389900"/>
                    </a:cubicBezTo>
                    <a:cubicBezTo>
                      <a:pt x="779800" y="400465"/>
                      <a:pt x="775603" y="410597"/>
                      <a:pt x="768133" y="418067"/>
                    </a:cubicBezTo>
                    <a:lnTo>
                      <a:pt x="418067" y="768133"/>
                    </a:lnTo>
                    <a:cubicBezTo>
                      <a:pt x="410597" y="775603"/>
                      <a:pt x="400465" y="779800"/>
                      <a:pt x="389900" y="779800"/>
                    </a:cubicBezTo>
                    <a:cubicBezTo>
                      <a:pt x="379335" y="779800"/>
                      <a:pt x="369203" y="775603"/>
                      <a:pt x="361733" y="768133"/>
                    </a:cubicBezTo>
                    <a:lnTo>
                      <a:pt x="11667" y="418067"/>
                    </a:lnTo>
                    <a:cubicBezTo>
                      <a:pt x="4197" y="410597"/>
                      <a:pt x="0" y="400465"/>
                      <a:pt x="0" y="389900"/>
                    </a:cubicBezTo>
                    <a:cubicBezTo>
                      <a:pt x="0" y="379335"/>
                      <a:pt x="4197" y="369203"/>
                      <a:pt x="11667" y="361733"/>
                    </a:cubicBezTo>
                    <a:lnTo>
                      <a:pt x="361733" y="11667"/>
                    </a:lnTo>
                    <a:cubicBezTo>
                      <a:pt x="369203" y="4197"/>
                      <a:pt x="379335" y="0"/>
                      <a:pt x="389900" y="0"/>
                    </a:cubicBezTo>
                    <a:cubicBezTo>
                      <a:pt x="400465" y="0"/>
                      <a:pt x="410597" y="4197"/>
                      <a:pt x="418067" y="11667"/>
                    </a:cubicBezTo>
                    <a:close/>
                  </a:path>
                </a:pathLst>
              </a:custGeom>
              <a:solidFill>
                <a:srgbClr val="19577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" name="Google Shape;161;p7"/>
              <p:cNvSpPr txBox="1"/>
              <p:nvPr/>
            </p:nvSpPr>
            <p:spPr>
              <a:xfrm>
                <a:off x="139700" y="139700"/>
                <a:ext cx="533400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2275" lIns="12275" spcFirstLastPara="1" rIns="12275" wrap="square" tIns="12275">
                <a:noAutofit/>
              </a:bodyPr>
              <a:lstStyle/>
              <a:p>
                <a:pPr indent="0" lvl="0" marL="0" marR="0" rtl="0" algn="ctr">
                  <a:lnSpc>
                    <a:spcPct val="27444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2" name="Google Shape;162;p7"/>
            <p:cNvGrpSpPr/>
            <p:nvPr/>
          </p:nvGrpSpPr>
          <p:grpSpPr>
            <a:xfrm>
              <a:off x="-979521" y="-393368"/>
              <a:ext cx="1797860" cy="1797860"/>
              <a:chOff x="10621" y="10621"/>
              <a:chExt cx="791558" cy="791558"/>
            </a:xfrm>
          </p:grpSpPr>
          <p:sp>
            <p:nvSpPr>
              <p:cNvPr id="163" name="Google Shape;163;p7"/>
              <p:cNvSpPr/>
              <p:nvPr/>
            </p:nvSpPr>
            <p:spPr>
              <a:xfrm>
                <a:off x="10621" y="10621"/>
                <a:ext cx="791558" cy="791558"/>
              </a:xfrm>
              <a:custGeom>
                <a:rect b="b" l="l" r="r" t="t"/>
                <a:pathLst>
                  <a:path extrusionOk="0" h="791558" w="791558">
                    <a:moveTo>
                      <a:pt x="419502" y="13102"/>
                    </a:moveTo>
                    <a:lnTo>
                      <a:pt x="778456" y="372056"/>
                    </a:lnTo>
                    <a:cubicBezTo>
                      <a:pt x="791558" y="385158"/>
                      <a:pt x="791558" y="406400"/>
                      <a:pt x="778456" y="419502"/>
                    </a:cubicBezTo>
                    <a:lnTo>
                      <a:pt x="419502" y="778456"/>
                    </a:lnTo>
                    <a:cubicBezTo>
                      <a:pt x="406400" y="791558"/>
                      <a:pt x="385158" y="791558"/>
                      <a:pt x="372056" y="778456"/>
                    </a:cubicBezTo>
                    <a:lnTo>
                      <a:pt x="13102" y="419502"/>
                    </a:lnTo>
                    <a:cubicBezTo>
                      <a:pt x="0" y="406400"/>
                      <a:pt x="0" y="385158"/>
                      <a:pt x="13102" y="372056"/>
                    </a:cubicBezTo>
                    <a:lnTo>
                      <a:pt x="372056" y="13102"/>
                    </a:lnTo>
                    <a:cubicBezTo>
                      <a:pt x="385158" y="0"/>
                      <a:pt x="406400" y="0"/>
                      <a:pt x="419502" y="13102"/>
                    </a:cubicBezTo>
                    <a:close/>
                  </a:path>
                </a:pathLst>
              </a:custGeom>
              <a:solidFill>
                <a:srgbClr val="04364A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" name="Google Shape;164;p7"/>
              <p:cNvSpPr txBox="1"/>
              <p:nvPr/>
            </p:nvSpPr>
            <p:spPr>
              <a:xfrm>
                <a:off x="139700" y="139700"/>
                <a:ext cx="533400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2275" lIns="12275" spcFirstLastPara="1" rIns="12275" wrap="square" tIns="12275">
                <a:noAutofit/>
              </a:bodyPr>
              <a:lstStyle/>
              <a:p>
                <a:pPr indent="0" lvl="0" marL="0" marR="0" rtl="0" algn="ctr">
                  <a:lnSpc>
                    <a:spcPct val="27444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5" name="Google Shape;165;p7"/>
            <p:cNvGrpSpPr/>
            <p:nvPr/>
          </p:nvGrpSpPr>
          <p:grpSpPr>
            <a:xfrm>
              <a:off x="-276024" y="942894"/>
              <a:ext cx="638788" cy="638788"/>
              <a:chOff x="28540" y="28540"/>
              <a:chExt cx="755721" cy="755721"/>
            </a:xfrm>
          </p:grpSpPr>
          <p:sp>
            <p:nvSpPr>
              <p:cNvPr id="166" name="Google Shape;166;p7"/>
              <p:cNvSpPr/>
              <p:nvPr/>
            </p:nvSpPr>
            <p:spPr>
              <a:xfrm>
                <a:off x="28540" y="28540"/>
                <a:ext cx="755721" cy="755721"/>
              </a:xfrm>
              <a:custGeom>
                <a:rect b="b" l="l" r="r" t="t"/>
                <a:pathLst>
                  <a:path extrusionOk="0" h="755721" w="755721">
                    <a:moveTo>
                      <a:pt x="441605" y="35205"/>
                    </a:moveTo>
                    <a:lnTo>
                      <a:pt x="720515" y="314115"/>
                    </a:lnTo>
                    <a:cubicBezTo>
                      <a:pt x="755720" y="349320"/>
                      <a:pt x="755720" y="406400"/>
                      <a:pt x="720515" y="441605"/>
                    </a:cubicBezTo>
                    <a:lnTo>
                      <a:pt x="441605" y="720515"/>
                    </a:lnTo>
                    <a:cubicBezTo>
                      <a:pt x="406400" y="755720"/>
                      <a:pt x="349320" y="755720"/>
                      <a:pt x="314115" y="720515"/>
                    </a:cubicBezTo>
                    <a:lnTo>
                      <a:pt x="35205" y="441605"/>
                    </a:lnTo>
                    <a:cubicBezTo>
                      <a:pt x="0" y="406400"/>
                      <a:pt x="0" y="349320"/>
                      <a:pt x="35205" y="314115"/>
                    </a:cubicBezTo>
                    <a:lnTo>
                      <a:pt x="314115" y="35205"/>
                    </a:lnTo>
                    <a:cubicBezTo>
                      <a:pt x="349320" y="0"/>
                      <a:pt x="406400" y="0"/>
                      <a:pt x="441605" y="35205"/>
                    </a:cubicBezTo>
                    <a:close/>
                  </a:path>
                </a:pathLst>
              </a:custGeom>
              <a:solidFill>
                <a:srgbClr val="052A3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" name="Google Shape;167;p7"/>
              <p:cNvSpPr txBox="1"/>
              <p:nvPr/>
            </p:nvSpPr>
            <p:spPr>
              <a:xfrm>
                <a:off x="139700" y="139700"/>
                <a:ext cx="533400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2275" lIns="12275" spcFirstLastPara="1" rIns="12275" wrap="square" tIns="12275">
                <a:noAutofit/>
              </a:bodyPr>
              <a:lstStyle/>
              <a:p>
                <a:pPr indent="0" lvl="0" marL="0" marR="0" rtl="0" algn="ctr">
                  <a:lnSpc>
                    <a:spcPct val="27444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68" name="Google Shape;168;p7"/>
          <p:cNvSpPr txBox="1"/>
          <p:nvPr/>
        </p:nvSpPr>
        <p:spPr>
          <a:xfrm>
            <a:off x="3241494" y="555105"/>
            <a:ext cx="10242912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141313"/>
                </a:solidFill>
                <a:latin typeface="Arial"/>
                <a:ea typeface="Arial"/>
                <a:cs typeface="Arial"/>
                <a:sym typeface="Arial"/>
              </a:rPr>
              <a:t>HISTORIAL ACADÉMICO</a:t>
            </a:r>
            <a:endParaRPr b="1" i="0" sz="5600" u="none" cap="none" strike="noStrike">
              <a:solidFill>
                <a:srgbClr val="14131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9" name="Google Shape;169;p7"/>
          <p:cNvCxnSpPr/>
          <p:nvPr/>
        </p:nvCxnSpPr>
        <p:spPr>
          <a:xfrm>
            <a:off x="3097161" y="1558683"/>
            <a:ext cx="15190839" cy="0"/>
          </a:xfrm>
          <a:prstGeom prst="straightConnector1">
            <a:avLst/>
          </a:prstGeom>
          <a:noFill/>
          <a:ln cap="rnd" cmpd="sng" w="57150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spd="slow" p14:dur="800">
        <p14:reveal dir="l"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oogle Shape;174;p3"/>
          <p:cNvGrpSpPr/>
          <p:nvPr/>
        </p:nvGrpSpPr>
        <p:grpSpPr>
          <a:xfrm>
            <a:off x="-4860759" y="-821309"/>
            <a:ext cx="9926965" cy="12479909"/>
            <a:chOff x="-979521" y="-393368"/>
            <a:chExt cx="2042543" cy="2567829"/>
          </a:xfrm>
        </p:grpSpPr>
        <p:grpSp>
          <p:nvGrpSpPr>
            <p:cNvPr id="175" name="Google Shape;175;p3"/>
            <p:cNvGrpSpPr/>
            <p:nvPr/>
          </p:nvGrpSpPr>
          <p:grpSpPr>
            <a:xfrm>
              <a:off x="-428666" y="682773"/>
              <a:ext cx="1491688" cy="1491688"/>
              <a:chOff x="16500" y="16500"/>
              <a:chExt cx="779800" cy="779800"/>
            </a:xfrm>
          </p:grpSpPr>
          <p:sp>
            <p:nvSpPr>
              <p:cNvPr id="176" name="Google Shape;176;p3"/>
              <p:cNvSpPr/>
              <p:nvPr/>
            </p:nvSpPr>
            <p:spPr>
              <a:xfrm>
                <a:off x="16500" y="16500"/>
                <a:ext cx="779800" cy="779800"/>
              </a:xfrm>
              <a:custGeom>
                <a:rect b="b" l="l" r="r" t="t"/>
                <a:pathLst>
                  <a:path extrusionOk="0" h="779800" w="779800">
                    <a:moveTo>
                      <a:pt x="418067" y="11667"/>
                    </a:moveTo>
                    <a:lnTo>
                      <a:pt x="768133" y="361733"/>
                    </a:lnTo>
                    <a:cubicBezTo>
                      <a:pt x="775603" y="369203"/>
                      <a:pt x="779800" y="379335"/>
                      <a:pt x="779800" y="389900"/>
                    </a:cubicBezTo>
                    <a:cubicBezTo>
                      <a:pt x="779800" y="400465"/>
                      <a:pt x="775603" y="410597"/>
                      <a:pt x="768133" y="418067"/>
                    </a:cubicBezTo>
                    <a:lnTo>
                      <a:pt x="418067" y="768133"/>
                    </a:lnTo>
                    <a:cubicBezTo>
                      <a:pt x="410597" y="775603"/>
                      <a:pt x="400465" y="779800"/>
                      <a:pt x="389900" y="779800"/>
                    </a:cubicBezTo>
                    <a:cubicBezTo>
                      <a:pt x="379335" y="779800"/>
                      <a:pt x="369203" y="775603"/>
                      <a:pt x="361733" y="768133"/>
                    </a:cubicBezTo>
                    <a:lnTo>
                      <a:pt x="11667" y="418067"/>
                    </a:lnTo>
                    <a:cubicBezTo>
                      <a:pt x="4197" y="410597"/>
                      <a:pt x="0" y="400465"/>
                      <a:pt x="0" y="389900"/>
                    </a:cubicBezTo>
                    <a:cubicBezTo>
                      <a:pt x="0" y="379335"/>
                      <a:pt x="4197" y="369203"/>
                      <a:pt x="11667" y="361733"/>
                    </a:cubicBezTo>
                    <a:lnTo>
                      <a:pt x="361733" y="11667"/>
                    </a:lnTo>
                    <a:cubicBezTo>
                      <a:pt x="369203" y="4197"/>
                      <a:pt x="379335" y="0"/>
                      <a:pt x="389900" y="0"/>
                    </a:cubicBezTo>
                    <a:cubicBezTo>
                      <a:pt x="400465" y="0"/>
                      <a:pt x="410597" y="4197"/>
                      <a:pt x="418067" y="11667"/>
                    </a:cubicBezTo>
                    <a:close/>
                  </a:path>
                </a:pathLst>
              </a:custGeom>
              <a:solidFill>
                <a:srgbClr val="19577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" name="Google Shape;177;p3"/>
              <p:cNvSpPr txBox="1"/>
              <p:nvPr/>
            </p:nvSpPr>
            <p:spPr>
              <a:xfrm>
                <a:off x="139700" y="139700"/>
                <a:ext cx="533400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2275" lIns="12275" spcFirstLastPara="1" rIns="12275" wrap="square" tIns="12275">
                <a:noAutofit/>
              </a:bodyPr>
              <a:lstStyle/>
              <a:p>
                <a:pPr indent="0" lvl="0" marL="0" marR="0" rtl="0" algn="ctr">
                  <a:lnSpc>
                    <a:spcPct val="27444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8" name="Google Shape;178;p3"/>
            <p:cNvGrpSpPr/>
            <p:nvPr/>
          </p:nvGrpSpPr>
          <p:grpSpPr>
            <a:xfrm>
              <a:off x="-979521" y="-393368"/>
              <a:ext cx="1797860" cy="1797860"/>
              <a:chOff x="10621" y="10621"/>
              <a:chExt cx="791558" cy="791558"/>
            </a:xfrm>
          </p:grpSpPr>
          <p:sp>
            <p:nvSpPr>
              <p:cNvPr id="179" name="Google Shape;179;p3"/>
              <p:cNvSpPr/>
              <p:nvPr/>
            </p:nvSpPr>
            <p:spPr>
              <a:xfrm>
                <a:off x="10621" y="10621"/>
                <a:ext cx="791558" cy="791558"/>
              </a:xfrm>
              <a:custGeom>
                <a:rect b="b" l="l" r="r" t="t"/>
                <a:pathLst>
                  <a:path extrusionOk="0" h="791558" w="791558">
                    <a:moveTo>
                      <a:pt x="419502" y="13102"/>
                    </a:moveTo>
                    <a:lnTo>
                      <a:pt x="778456" y="372056"/>
                    </a:lnTo>
                    <a:cubicBezTo>
                      <a:pt x="791558" y="385158"/>
                      <a:pt x="791558" y="406400"/>
                      <a:pt x="778456" y="419502"/>
                    </a:cubicBezTo>
                    <a:lnTo>
                      <a:pt x="419502" y="778456"/>
                    </a:lnTo>
                    <a:cubicBezTo>
                      <a:pt x="406400" y="791558"/>
                      <a:pt x="385158" y="791558"/>
                      <a:pt x="372056" y="778456"/>
                    </a:cubicBezTo>
                    <a:lnTo>
                      <a:pt x="13102" y="419502"/>
                    </a:lnTo>
                    <a:cubicBezTo>
                      <a:pt x="0" y="406400"/>
                      <a:pt x="0" y="385158"/>
                      <a:pt x="13102" y="372056"/>
                    </a:cubicBezTo>
                    <a:lnTo>
                      <a:pt x="372056" y="13102"/>
                    </a:lnTo>
                    <a:cubicBezTo>
                      <a:pt x="385158" y="0"/>
                      <a:pt x="406400" y="0"/>
                      <a:pt x="419502" y="13102"/>
                    </a:cubicBezTo>
                    <a:close/>
                  </a:path>
                </a:pathLst>
              </a:custGeom>
              <a:solidFill>
                <a:srgbClr val="04364A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" name="Google Shape;180;p3"/>
              <p:cNvSpPr txBox="1"/>
              <p:nvPr/>
            </p:nvSpPr>
            <p:spPr>
              <a:xfrm>
                <a:off x="139700" y="139700"/>
                <a:ext cx="533400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2275" lIns="12275" spcFirstLastPara="1" rIns="12275" wrap="square" tIns="12275">
                <a:noAutofit/>
              </a:bodyPr>
              <a:lstStyle/>
              <a:p>
                <a:pPr indent="0" lvl="0" marL="0" marR="0" rtl="0" algn="ctr">
                  <a:lnSpc>
                    <a:spcPct val="27444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1" name="Google Shape;181;p3"/>
            <p:cNvGrpSpPr/>
            <p:nvPr/>
          </p:nvGrpSpPr>
          <p:grpSpPr>
            <a:xfrm>
              <a:off x="-276024" y="942894"/>
              <a:ext cx="638788" cy="638788"/>
              <a:chOff x="28540" y="28540"/>
              <a:chExt cx="755721" cy="755721"/>
            </a:xfrm>
          </p:grpSpPr>
          <p:sp>
            <p:nvSpPr>
              <p:cNvPr id="182" name="Google Shape;182;p3"/>
              <p:cNvSpPr/>
              <p:nvPr/>
            </p:nvSpPr>
            <p:spPr>
              <a:xfrm>
                <a:off x="28540" y="28540"/>
                <a:ext cx="755721" cy="755721"/>
              </a:xfrm>
              <a:custGeom>
                <a:rect b="b" l="l" r="r" t="t"/>
                <a:pathLst>
                  <a:path extrusionOk="0" h="755721" w="755721">
                    <a:moveTo>
                      <a:pt x="441605" y="35205"/>
                    </a:moveTo>
                    <a:lnTo>
                      <a:pt x="720515" y="314115"/>
                    </a:lnTo>
                    <a:cubicBezTo>
                      <a:pt x="755720" y="349320"/>
                      <a:pt x="755720" y="406400"/>
                      <a:pt x="720515" y="441605"/>
                    </a:cubicBezTo>
                    <a:lnTo>
                      <a:pt x="441605" y="720515"/>
                    </a:lnTo>
                    <a:cubicBezTo>
                      <a:pt x="406400" y="755720"/>
                      <a:pt x="349320" y="755720"/>
                      <a:pt x="314115" y="720515"/>
                    </a:cubicBezTo>
                    <a:lnTo>
                      <a:pt x="35205" y="441605"/>
                    </a:lnTo>
                    <a:cubicBezTo>
                      <a:pt x="0" y="406400"/>
                      <a:pt x="0" y="349320"/>
                      <a:pt x="35205" y="314115"/>
                    </a:cubicBezTo>
                    <a:lnTo>
                      <a:pt x="314115" y="35205"/>
                    </a:lnTo>
                    <a:cubicBezTo>
                      <a:pt x="349320" y="0"/>
                      <a:pt x="406400" y="0"/>
                      <a:pt x="441605" y="35205"/>
                    </a:cubicBezTo>
                    <a:close/>
                  </a:path>
                </a:pathLst>
              </a:custGeom>
              <a:solidFill>
                <a:srgbClr val="052A3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" name="Google Shape;183;p3"/>
              <p:cNvSpPr txBox="1"/>
              <p:nvPr/>
            </p:nvSpPr>
            <p:spPr>
              <a:xfrm>
                <a:off x="139700" y="139700"/>
                <a:ext cx="533400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2275" lIns="12275" spcFirstLastPara="1" rIns="12275" wrap="square" tIns="12275">
                <a:noAutofit/>
              </a:bodyPr>
              <a:lstStyle/>
              <a:p>
                <a:pPr indent="0" lvl="0" marL="0" marR="0" rtl="0" algn="ctr">
                  <a:lnSpc>
                    <a:spcPct val="27444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84" name="Google Shape;184;p3"/>
          <p:cNvSpPr txBox="1"/>
          <p:nvPr/>
        </p:nvSpPr>
        <p:spPr>
          <a:xfrm>
            <a:off x="3241494" y="555105"/>
            <a:ext cx="10242912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141313"/>
                </a:solidFill>
                <a:latin typeface="Arial"/>
                <a:ea typeface="Arial"/>
                <a:cs typeface="Arial"/>
                <a:sym typeface="Arial"/>
              </a:rPr>
              <a:t>EXPERIENCIA LABORAL</a:t>
            </a:r>
            <a:endParaRPr b="1" i="0" sz="5600" u="none" cap="none" strike="noStrike">
              <a:solidFill>
                <a:srgbClr val="14131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5" name="Google Shape;185;p3"/>
          <p:cNvCxnSpPr/>
          <p:nvPr/>
        </p:nvCxnSpPr>
        <p:spPr>
          <a:xfrm>
            <a:off x="3097161" y="1558683"/>
            <a:ext cx="15190839" cy="0"/>
          </a:xfrm>
          <a:prstGeom prst="straightConnector1">
            <a:avLst/>
          </a:prstGeom>
          <a:noFill/>
          <a:ln cap="rnd" cmpd="sng" w="57150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spd="slow" p14:dur="800">
        <p14:reveal dir="l"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0" name="Google Shape;190;g3d75b4d7ed6_0_12"/>
          <p:cNvGrpSpPr/>
          <p:nvPr/>
        </p:nvGrpSpPr>
        <p:grpSpPr>
          <a:xfrm>
            <a:off x="-4860759" y="-821309"/>
            <a:ext cx="9926965" cy="12479909"/>
            <a:chOff x="-979521" y="-393368"/>
            <a:chExt cx="2042543" cy="2567829"/>
          </a:xfrm>
        </p:grpSpPr>
        <p:grpSp>
          <p:nvGrpSpPr>
            <p:cNvPr id="191" name="Google Shape;191;g3d75b4d7ed6_0_12"/>
            <p:cNvGrpSpPr/>
            <p:nvPr/>
          </p:nvGrpSpPr>
          <p:grpSpPr>
            <a:xfrm>
              <a:off x="-428666" y="682773"/>
              <a:ext cx="1491688" cy="1491688"/>
              <a:chOff x="16500" y="16500"/>
              <a:chExt cx="779800" cy="779800"/>
            </a:xfrm>
          </p:grpSpPr>
          <p:sp>
            <p:nvSpPr>
              <p:cNvPr id="192" name="Google Shape;192;g3d75b4d7ed6_0_12"/>
              <p:cNvSpPr/>
              <p:nvPr/>
            </p:nvSpPr>
            <p:spPr>
              <a:xfrm>
                <a:off x="16500" y="16500"/>
                <a:ext cx="779800" cy="779800"/>
              </a:xfrm>
              <a:custGeom>
                <a:rect b="b" l="l" r="r" t="t"/>
                <a:pathLst>
                  <a:path extrusionOk="0" h="779800" w="779800">
                    <a:moveTo>
                      <a:pt x="418067" y="11667"/>
                    </a:moveTo>
                    <a:lnTo>
                      <a:pt x="768133" y="361733"/>
                    </a:lnTo>
                    <a:cubicBezTo>
                      <a:pt x="775603" y="369203"/>
                      <a:pt x="779800" y="379335"/>
                      <a:pt x="779800" y="389900"/>
                    </a:cubicBezTo>
                    <a:cubicBezTo>
                      <a:pt x="779800" y="400465"/>
                      <a:pt x="775603" y="410597"/>
                      <a:pt x="768133" y="418067"/>
                    </a:cubicBezTo>
                    <a:lnTo>
                      <a:pt x="418067" y="768133"/>
                    </a:lnTo>
                    <a:cubicBezTo>
                      <a:pt x="410597" y="775603"/>
                      <a:pt x="400465" y="779800"/>
                      <a:pt x="389900" y="779800"/>
                    </a:cubicBezTo>
                    <a:cubicBezTo>
                      <a:pt x="379335" y="779800"/>
                      <a:pt x="369203" y="775603"/>
                      <a:pt x="361733" y="768133"/>
                    </a:cubicBezTo>
                    <a:lnTo>
                      <a:pt x="11667" y="418067"/>
                    </a:lnTo>
                    <a:cubicBezTo>
                      <a:pt x="4197" y="410597"/>
                      <a:pt x="0" y="400465"/>
                      <a:pt x="0" y="389900"/>
                    </a:cubicBezTo>
                    <a:cubicBezTo>
                      <a:pt x="0" y="379335"/>
                      <a:pt x="4197" y="369203"/>
                      <a:pt x="11667" y="361733"/>
                    </a:cubicBezTo>
                    <a:lnTo>
                      <a:pt x="361733" y="11667"/>
                    </a:lnTo>
                    <a:cubicBezTo>
                      <a:pt x="369203" y="4197"/>
                      <a:pt x="379335" y="0"/>
                      <a:pt x="389900" y="0"/>
                    </a:cubicBezTo>
                    <a:cubicBezTo>
                      <a:pt x="400465" y="0"/>
                      <a:pt x="410597" y="4197"/>
                      <a:pt x="418067" y="11667"/>
                    </a:cubicBezTo>
                    <a:close/>
                  </a:path>
                </a:pathLst>
              </a:custGeom>
              <a:solidFill>
                <a:srgbClr val="19577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" name="Google Shape;193;g3d75b4d7ed6_0_12"/>
              <p:cNvSpPr txBox="1"/>
              <p:nvPr/>
            </p:nvSpPr>
            <p:spPr>
              <a:xfrm>
                <a:off x="139700" y="139700"/>
                <a:ext cx="533400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2275" lIns="12275" spcFirstLastPara="1" rIns="12275" wrap="square" tIns="12275">
                <a:noAutofit/>
              </a:bodyPr>
              <a:lstStyle/>
              <a:p>
                <a:pPr indent="0" lvl="0" marL="0" marR="0" rtl="0" algn="ctr">
                  <a:lnSpc>
                    <a:spcPct val="27444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4" name="Google Shape;194;g3d75b4d7ed6_0_12"/>
            <p:cNvGrpSpPr/>
            <p:nvPr/>
          </p:nvGrpSpPr>
          <p:grpSpPr>
            <a:xfrm>
              <a:off x="-979521" y="-393368"/>
              <a:ext cx="1797860" cy="1797860"/>
              <a:chOff x="10621" y="10621"/>
              <a:chExt cx="791558" cy="791558"/>
            </a:xfrm>
          </p:grpSpPr>
          <p:sp>
            <p:nvSpPr>
              <p:cNvPr id="195" name="Google Shape;195;g3d75b4d7ed6_0_12"/>
              <p:cNvSpPr/>
              <p:nvPr/>
            </p:nvSpPr>
            <p:spPr>
              <a:xfrm>
                <a:off x="10621" y="10621"/>
                <a:ext cx="791558" cy="791558"/>
              </a:xfrm>
              <a:custGeom>
                <a:rect b="b" l="l" r="r" t="t"/>
                <a:pathLst>
                  <a:path extrusionOk="0" h="791558" w="791558">
                    <a:moveTo>
                      <a:pt x="419502" y="13102"/>
                    </a:moveTo>
                    <a:lnTo>
                      <a:pt x="778456" y="372056"/>
                    </a:lnTo>
                    <a:cubicBezTo>
                      <a:pt x="791558" y="385158"/>
                      <a:pt x="791558" y="406400"/>
                      <a:pt x="778456" y="419502"/>
                    </a:cubicBezTo>
                    <a:lnTo>
                      <a:pt x="419502" y="778456"/>
                    </a:lnTo>
                    <a:cubicBezTo>
                      <a:pt x="406400" y="791558"/>
                      <a:pt x="385158" y="791558"/>
                      <a:pt x="372056" y="778456"/>
                    </a:cubicBezTo>
                    <a:lnTo>
                      <a:pt x="13102" y="419502"/>
                    </a:lnTo>
                    <a:cubicBezTo>
                      <a:pt x="0" y="406400"/>
                      <a:pt x="0" y="385158"/>
                      <a:pt x="13102" y="372056"/>
                    </a:cubicBezTo>
                    <a:lnTo>
                      <a:pt x="372056" y="13102"/>
                    </a:lnTo>
                    <a:cubicBezTo>
                      <a:pt x="385158" y="0"/>
                      <a:pt x="406400" y="0"/>
                      <a:pt x="419502" y="13102"/>
                    </a:cubicBezTo>
                    <a:close/>
                  </a:path>
                </a:pathLst>
              </a:custGeom>
              <a:solidFill>
                <a:srgbClr val="04364A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" name="Google Shape;196;g3d75b4d7ed6_0_12"/>
              <p:cNvSpPr txBox="1"/>
              <p:nvPr/>
            </p:nvSpPr>
            <p:spPr>
              <a:xfrm>
                <a:off x="139700" y="139700"/>
                <a:ext cx="533400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2275" lIns="12275" spcFirstLastPara="1" rIns="12275" wrap="square" tIns="12275">
                <a:noAutofit/>
              </a:bodyPr>
              <a:lstStyle/>
              <a:p>
                <a:pPr indent="0" lvl="0" marL="0" marR="0" rtl="0" algn="ctr">
                  <a:lnSpc>
                    <a:spcPct val="27444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7" name="Google Shape;197;g3d75b4d7ed6_0_12"/>
            <p:cNvGrpSpPr/>
            <p:nvPr/>
          </p:nvGrpSpPr>
          <p:grpSpPr>
            <a:xfrm>
              <a:off x="-276024" y="942894"/>
              <a:ext cx="638788" cy="638788"/>
              <a:chOff x="28540" y="28540"/>
              <a:chExt cx="755721" cy="755721"/>
            </a:xfrm>
          </p:grpSpPr>
          <p:sp>
            <p:nvSpPr>
              <p:cNvPr id="198" name="Google Shape;198;g3d75b4d7ed6_0_12"/>
              <p:cNvSpPr/>
              <p:nvPr/>
            </p:nvSpPr>
            <p:spPr>
              <a:xfrm>
                <a:off x="28540" y="28540"/>
                <a:ext cx="755721" cy="755721"/>
              </a:xfrm>
              <a:custGeom>
                <a:rect b="b" l="l" r="r" t="t"/>
                <a:pathLst>
                  <a:path extrusionOk="0" h="755721" w="755721">
                    <a:moveTo>
                      <a:pt x="441605" y="35205"/>
                    </a:moveTo>
                    <a:lnTo>
                      <a:pt x="720515" y="314115"/>
                    </a:lnTo>
                    <a:cubicBezTo>
                      <a:pt x="755720" y="349320"/>
                      <a:pt x="755720" y="406400"/>
                      <a:pt x="720515" y="441605"/>
                    </a:cubicBezTo>
                    <a:lnTo>
                      <a:pt x="441605" y="720515"/>
                    </a:lnTo>
                    <a:cubicBezTo>
                      <a:pt x="406400" y="755720"/>
                      <a:pt x="349320" y="755720"/>
                      <a:pt x="314115" y="720515"/>
                    </a:cubicBezTo>
                    <a:lnTo>
                      <a:pt x="35205" y="441605"/>
                    </a:lnTo>
                    <a:cubicBezTo>
                      <a:pt x="0" y="406400"/>
                      <a:pt x="0" y="349320"/>
                      <a:pt x="35205" y="314115"/>
                    </a:cubicBezTo>
                    <a:lnTo>
                      <a:pt x="314115" y="35205"/>
                    </a:lnTo>
                    <a:cubicBezTo>
                      <a:pt x="349320" y="0"/>
                      <a:pt x="406400" y="0"/>
                      <a:pt x="441605" y="35205"/>
                    </a:cubicBezTo>
                    <a:close/>
                  </a:path>
                </a:pathLst>
              </a:custGeom>
              <a:solidFill>
                <a:srgbClr val="052A3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9" name="Google Shape;199;g3d75b4d7ed6_0_12"/>
              <p:cNvSpPr txBox="1"/>
              <p:nvPr/>
            </p:nvSpPr>
            <p:spPr>
              <a:xfrm>
                <a:off x="139700" y="139700"/>
                <a:ext cx="533400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2275" lIns="12275" spcFirstLastPara="1" rIns="12275" wrap="square" tIns="12275">
                <a:noAutofit/>
              </a:bodyPr>
              <a:lstStyle/>
              <a:p>
                <a:pPr indent="0" lvl="0" marL="0" marR="0" rtl="0" algn="ctr">
                  <a:lnSpc>
                    <a:spcPct val="27444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descr="Código QR&#10;&#10;El contenido generado por IA puede ser incorrecto." id="200" name="Google Shape;200;g3d75b4d7ed6_0_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51570" y="3124305"/>
            <a:ext cx="5192829" cy="519282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1" name="Google Shape;201;g3d75b4d7ed6_0_12"/>
          <p:cNvGrpSpPr/>
          <p:nvPr/>
        </p:nvGrpSpPr>
        <p:grpSpPr>
          <a:xfrm>
            <a:off x="3557539" y="1541486"/>
            <a:ext cx="12978530" cy="1568788"/>
            <a:chOff x="1938555" y="3905679"/>
            <a:chExt cx="16660500" cy="2475600"/>
          </a:xfrm>
        </p:grpSpPr>
        <p:sp>
          <p:nvSpPr>
            <p:cNvPr id="202" name="Google Shape;202;g3d75b4d7ed6_0_12"/>
            <p:cNvSpPr/>
            <p:nvPr/>
          </p:nvSpPr>
          <p:spPr>
            <a:xfrm>
              <a:off x="1938555" y="3905679"/>
              <a:ext cx="16660500" cy="2475600"/>
            </a:xfrm>
            <a:prstGeom prst="roundRect">
              <a:avLst>
                <a:gd fmla="val 0" name="adj"/>
              </a:avLst>
            </a:prstGeom>
            <a:gradFill>
              <a:gsLst>
                <a:gs pos="0">
                  <a:srgbClr val="FFFFFF"/>
                </a:gs>
                <a:gs pos="18000">
                  <a:srgbClr val="FFFFFF"/>
                </a:gs>
                <a:gs pos="49000">
                  <a:srgbClr val="FFFFFF"/>
                </a:gs>
                <a:gs pos="65000">
                  <a:srgbClr val="DFDFDF">
                    <a:alpha val="0"/>
                  </a:srgbClr>
                </a:gs>
                <a:gs pos="82045">
                  <a:srgbClr val="FFFFFF"/>
                </a:gs>
                <a:gs pos="100000">
                  <a:srgbClr val="FFFFFF"/>
                </a:gs>
              </a:gsLst>
              <a:lin ang="2400000" scaled="0"/>
            </a:gradFill>
            <a:ln cap="rnd" cmpd="sng" w="28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63500" sx="101000" rotWithShape="0" algn="ctr" sy="101000">
                <a:srgbClr val="000000">
                  <a:alpha val="2196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03" name="Google Shape;203;g3d75b4d7ed6_0_12"/>
            <p:cNvSpPr/>
            <p:nvPr/>
          </p:nvSpPr>
          <p:spPr>
            <a:xfrm>
              <a:off x="2041466" y="4084137"/>
              <a:ext cx="215700" cy="215700"/>
            </a:xfrm>
            <a:prstGeom prst="ellipse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  <a:effectLst>
              <a:outerShdw blurRad="12700" sx="111000" rotWithShape="0" algn="ctr" sy="111000">
                <a:srgbClr val="000000">
                  <a:alpha val="50196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04" name="Google Shape;204;g3d75b4d7ed6_0_12"/>
            <p:cNvSpPr/>
            <p:nvPr/>
          </p:nvSpPr>
          <p:spPr>
            <a:xfrm>
              <a:off x="2036576" y="5987259"/>
              <a:ext cx="215700" cy="215700"/>
            </a:xfrm>
            <a:prstGeom prst="ellipse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  <a:effectLst>
              <a:outerShdw blurRad="12700" sx="111000" rotWithShape="0" algn="ctr" sy="111000">
                <a:srgbClr val="000000">
                  <a:alpha val="50196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05" name="Google Shape;205;g3d75b4d7ed6_0_12"/>
            <p:cNvSpPr/>
            <p:nvPr/>
          </p:nvSpPr>
          <p:spPr>
            <a:xfrm>
              <a:off x="18186903" y="4088824"/>
              <a:ext cx="215700" cy="215700"/>
            </a:xfrm>
            <a:prstGeom prst="ellipse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  <a:effectLst>
              <a:outerShdw blurRad="12700" sx="111000" rotWithShape="0" algn="ctr" sy="111000">
                <a:srgbClr val="000000">
                  <a:alpha val="50196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06" name="Google Shape;206;g3d75b4d7ed6_0_12"/>
            <p:cNvSpPr/>
            <p:nvPr/>
          </p:nvSpPr>
          <p:spPr>
            <a:xfrm>
              <a:off x="18186901" y="5886775"/>
              <a:ext cx="215700" cy="215700"/>
            </a:xfrm>
            <a:prstGeom prst="ellipse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  <a:effectLst>
              <a:outerShdw blurRad="12700" sx="111000" rotWithShape="0" algn="ctr" sy="111000">
                <a:srgbClr val="000000">
                  <a:alpha val="50196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207" name="Google Shape;207;g3d75b4d7ed6_0_12"/>
          <p:cNvSpPr txBox="1"/>
          <p:nvPr/>
        </p:nvSpPr>
        <p:spPr>
          <a:xfrm>
            <a:off x="2815280" y="1893945"/>
            <a:ext cx="13217706" cy="815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</a:pPr>
            <a:r>
              <a:rPr b="1" i="0" lang="en-US" sz="5300" u="none" cap="none" strike="noStrike">
                <a:solidFill>
                  <a:srgbClr val="141313"/>
                </a:solidFill>
                <a:latin typeface="Arial"/>
                <a:ea typeface="Arial"/>
                <a:cs typeface="Arial"/>
                <a:sym typeface="Arial"/>
              </a:rPr>
              <a:t>Evaluación de conocimientos previos</a:t>
            </a:r>
            <a:endParaRPr b="1" i="0" sz="5300" u="none" cap="none" strike="noStrike">
              <a:solidFill>
                <a:srgbClr val="14131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ódigo QR&#10;&#10;El contenido generado por IA puede ser incorrecto." id="208" name="Google Shape;208;g3d75b4d7ed6_0_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51569" y="3665737"/>
            <a:ext cx="5192829" cy="5192829"/>
          </a:xfrm>
          <a:prstGeom prst="rect">
            <a:avLst/>
          </a:prstGeom>
          <a:noFill/>
          <a:ln>
            <a:noFill/>
          </a:ln>
          <a:effectLst>
            <a:outerShdw blurRad="190500" rotWithShape="0" algn="tl">
              <a:srgbClr val="000000">
                <a:alpha val="70196"/>
              </a:srgbClr>
            </a:outerShdw>
          </a:effectLst>
        </p:spPr>
      </p:pic>
    </p:spTree>
  </p:cSld>
  <p:clrMapOvr>
    <a:masterClrMapping/>
  </p:clrMapOvr>
  <mc:AlternateContent>
    <mc:Choice Requires="p14">
      <p:transition spd="slow" p14:dur="800">
        <p14:reveal dir="l"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3" name="Google Shape;213;p5"/>
          <p:cNvGrpSpPr/>
          <p:nvPr/>
        </p:nvGrpSpPr>
        <p:grpSpPr>
          <a:xfrm>
            <a:off x="-4860759" y="-821309"/>
            <a:ext cx="9926965" cy="12479909"/>
            <a:chOff x="-979521" y="-393368"/>
            <a:chExt cx="2042543" cy="2567829"/>
          </a:xfrm>
        </p:grpSpPr>
        <p:grpSp>
          <p:nvGrpSpPr>
            <p:cNvPr id="214" name="Google Shape;214;p5"/>
            <p:cNvGrpSpPr/>
            <p:nvPr/>
          </p:nvGrpSpPr>
          <p:grpSpPr>
            <a:xfrm>
              <a:off x="-428666" y="682773"/>
              <a:ext cx="1491688" cy="1491688"/>
              <a:chOff x="16500" y="16500"/>
              <a:chExt cx="779800" cy="779800"/>
            </a:xfrm>
          </p:grpSpPr>
          <p:sp>
            <p:nvSpPr>
              <p:cNvPr id="215" name="Google Shape;215;p5"/>
              <p:cNvSpPr/>
              <p:nvPr/>
            </p:nvSpPr>
            <p:spPr>
              <a:xfrm>
                <a:off x="16500" y="16500"/>
                <a:ext cx="779800" cy="779800"/>
              </a:xfrm>
              <a:custGeom>
                <a:rect b="b" l="l" r="r" t="t"/>
                <a:pathLst>
                  <a:path extrusionOk="0" h="779800" w="779800">
                    <a:moveTo>
                      <a:pt x="418067" y="11667"/>
                    </a:moveTo>
                    <a:lnTo>
                      <a:pt x="768133" y="361733"/>
                    </a:lnTo>
                    <a:cubicBezTo>
                      <a:pt x="775603" y="369203"/>
                      <a:pt x="779800" y="379335"/>
                      <a:pt x="779800" y="389900"/>
                    </a:cubicBezTo>
                    <a:cubicBezTo>
                      <a:pt x="779800" y="400465"/>
                      <a:pt x="775603" y="410597"/>
                      <a:pt x="768133" y="418067"/>
                    </a:cubicBezTo>
                    <a:lnTo>
                      <a:pt x="418067" y="768133"/>
                    </a:lnTo>
                    <a:cubicBezTo>
                      <a:pt x="410597" y="775603"/>
                      <a:pt x="400465" y="779800"/>
                      <a:pt x="389900" y="779800"/>
                    </a:cubicBezTo>
                    <a:cubicBezTo>
                      <a:pt x="379335" y="779800"/>
                      <a:pt x="369203" y="775603"/>
                      <a:pt x="361733" y="768133"/>
                    </a:cubicBezTo>
                    <a:lnTo>
                      <a:pt x="11667" y="418067"/>
                    </a:lnTo>
                    <a:cubicBezTo>
                      <a:pt x="4197" y="410597"/>
                      <a:pt x="0" y="400465"/>
                      <a:pt x="0" y="389900"/>
                    </a:cubicBezTo>
                    <a:cubicBezTo>
                      <a:pt x="0" y="379335"/>
                      <a:pt x="4197" y="369203"/>
                      <a:pt x="11667" y="361733"/>
                    </a:cubicBezTo>
                    <a:lnTo>
                      <a:pt x="361733" y="11667"/>
                    </a:lnTo>
                    <a:cubicBezTo>
                      <a:pt x="369203" y="4197"/>
                      <a:pt x="379335" y="0"/>
                      <a:pt x="389900" y="0"/>
                    </a:cubicBezTo>
                    <a:cubicBezTo>
                      <a:pt x="400465" y="0"/>
                      <a:pt x="410597" y="4197"/>
                      <a:pt x="418067" y="11667"/>
                    </a:cubicBezTo>
                    <a:close/>
                  </a:path>
                </a:pathLst>
              </a:custGeom>
              <a:solidFill>
                <a:srgbClr val="19577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6" name="Google Shape;216;p5"/>
              <p:cNvSpPr txBox="1"/>
              <p:nvPr/>
            </p:nvSpPr>
            <p:spPr>
              <a:xfrm>
                <a:off x="139700" y="139700"/>
                <a:ext cx="533400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2275" lIns="12275" spcFirstLastPara="1" rIns="12275" wrap="square" tIns="12275">
                <a:noAutofit/>
              </a:bodyPr>
              <a:lstStyle/>
              <a:p>
                <a:pPr indent="0" lvl="0" marL="0" marR="0" rtl="0" algn="ctr">
                  <a:lnSpc>
                    <a:spcPct val="27444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7" name="Google Shape;217;p5"/>
            <p:cNvGrpSpPr/>
            <p:nvPr/>
          </p:nvGrpSpPr>
          <p:grpSpPr>
            <a:xfrm>
              <a:off x="-979521" y="-393368"/>
              <a:ext cx="1797860" cy="1797860"/>
              <a:chOff x="10621" y="10621"/>
              <a:chExt cx="791558" cy="791558"/>
            </a:xfrm>
          </p:grpSpPr>
          <p:sp>
            <p:nvSpPr>
              <p:cNvPr id="218" name="Google Shape;218;p5"/>
              <p:cNvSpPr/>
              <p:nvPr/>
            </p:nvSpPr>
            <p:spPr>
              <a:xfrm>
                <a:off x="10621" y="10621"/>
                <a:ext cx="791558" cy="791558"/>
              </a:xfrm>
              <a:custGeom>
                <a:rect b="b" l="l" r="r" t="t"/>
                <a:pathLst>
                  <a:path extrusionOk="0" h="791558" w="791558">
                    <a:moveTo>
                      <a:pt x="419502" y="13102"/>
                    </a:moveTo>
                    <a:lnTo>
                      <a:pt x="778456" y="372056"/>
                    </a:lnTo>
                    <a:cubicBezTo>
                      <a:pt x="791558" y="385158"/>
                      <a:pt x="791558" y="406400"/>
                      <a:pt x="778456" y="419502"/>
                    </a:cubicBezTo>
                    <a:lnTo>
                      <a:pt x="419502" y="778456"/>
                    </a:lnTo>
                    <a:cubicBezTo>
                      <a:pt x="406400" y="791558"/>
                      <a:pt x="385158" y="791558"/>
                      <a:pt x="372056" y="778456"/>
                    </a:cubicBezTo>
                    <a:lnTo>
                      <a:pt x="13102" y="419502"/>
                    </a:lnTo>
                    <a:cubicBezTo>
                      <a:pt x="0" y="406400"/>
                      <a:pt x="0" y="385158"/>
                      <a:pt x="13102" y="372056"/>
                    </a:cubicBezTo>
                    <a:lnTo>
                      <a:pt x="372056" y="13102"/>
                    </a:lnTo>
                    <a:cubicBezTo>
                      <a:pt x="385158" y="0"/>
                      <a:pt x="406400" y="0"/>
                      <a:pt x="419502" y="13102"/>
                    </a:cubicBezTo>
                    <a:close/>
                  </a:path>
                </a:pathLst>
              </a:custGeom>
              <a:solidFill>
                <a:srgbClr val="04364A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9" name="Google Shape;219;p5"/>
              <p:cNvSpPr txBox="1"/>
              <p:nvPr/>
            </p:nvSpPr>
            <p:spPr>
              <a:xfrm>
                <a:off x="139700" y="139700"/>
                <a:ext cx="533400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2275" lIns="12275" spcFirstLastPara="1" rIns="12275" wrap="square" tIns="12275">
                <a:noAutofit/>
              </a:bodyPr>
              <a:lstStyle/>
              <a:p>
                <a:pPr indent="0" lvl="0" marL="0" marR="0" rtl="0" algn="ctr">
                  <a:lnSpc>
                    <a:spcPct val="27444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0" name="Google Shape;220;p5"/>
            <p:cNvGrpSpPr/>
            <p:nvPr/>
          </p:nvGrpSpPr>
          <p:grpSpPr>
            <a:xfrm>
              <a:off x="-276024" y="942894"/>
              <a:ext cx="638788" cy="638788"/>
              <a:chOff x="28540" y="28540"/>
              <a:chExt cx="755721" cy="755721"/>
            </a:xfrm>
          </p:grpSpPr>
          <p:sp>
            <p:nvSpPr>
              <p:cNvPr id="221" name="Google Shape;221;p5"/>
              <p:cNvSpPr/>
              <p:nvPr/>
            </p:nvSpPr>
            <p:spPr>
              <a:xfrm>
                <a:off x="28540" y="28540"/>
                <a:ext cx="755721" cy="755721"/>
              </a:xfrm>
              <a:custGeom>
                <a:rect b="b" l="l" r="r" t="t"/>
                <a:pathLst>
                  <a:path extrusionOk="0" h="755721" w="755721">
                    <a:moveTo>
                      <a:pt x="441605" y="35205"/>
                    </a:moveTo>
                    <a:lnTo>
                      <a:pt x="720515" y="314115"/>
                    </a:lnTo>
                    <a:cubicBezTo>
                      <a:pt x="755720" y="349320"/>
                      <a:pt x="755720" y="406400"/>
                      <a:pt x="720515" y="441605"/>
                    </a:cubicBezTo>
                    <a:lnTo>
                      <a:pt x="441605" y="720515"/>
                    </a:lnTo>
                    <a:cubicBezTo>
                      <a:pt x="406400" y="755720"/>
                      <a:pt x="349320" y="755720"/>
                      <a:pt x="314115" y="720515"/>
                    </a:cubicBezTo>
                    <a:lnTo>
                      <a:pt x="35205" y="441605"/>
                    </a:lnTo>
                    <a:cubicBezTo>
                      <a:pt x="0" y="406400"/>
                      <a:pt x="0" y="349320"/>
                      <a:pt x="35205" y="314115"/>
                    </a:cubicBezTo>
                    <a:lnTo>
                      <a:pt x="314115" y="35205"/>
                    </a:lnTo>
                    <a:cubicBezTo>
                      <a:pt x="349320" y="0"/>
                      <a:pt x="406400" y="0"/>
                      <a:pt x="441605" y="35205"/>
                    </a:cubicBezTo>
                    <a:close/>
                  </a:path>
                </a:pathLst>
              </a:custGeom>
              <a:solidFill>
                <a:srgbClr val="052A3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2" name="Google Shape;222;p5"/>
              <p:cNvSpPr txBox="1"/>
              <p:nvPr/>
            </p:nvSpPr>
            <p:spPr>
              <a:xfrm>
                <a:off x="139700" y="139700"/>
                <a:ext cx="533400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2275" lIns="12275" spcFirstLastPara="1" rIns="12275" wrap="square" tIns="12275">
                <a:noAutofit/>
              </a:bodyPr>
              <a:lstStyle/>
              <a:p>
                <a:pPr indent="0" lvl="0" marL="0" marR="0" rtl="0" algn="ctr">
                  <a:lnSpc>
                    <a:spcPct val="27444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23" name="Google Shape;223;p5"/>
          <p:cNvSpPr txBox="1"/>
          <p:nvPr/>
        </p:nvSpPr>
        <p:spPr>
          <a:xfrm>
            <a:off x="3241494" y="555105"/>
            <a:ext cx="13770156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141313"/>
                </a:solidFill>
                <a:latin typeface="Arial"/>
                <a:ea typeface="Arial"/>
                <a:cs typeface="Arial"/>
                <a:sym typeface="Arial"/>
              </a:rPr>
              <a:t>PRESENTACIÓN DE LOS ESTUDIANTES</a:t>
            </a:r>
            <a:endParaRPr b="1" i="0" sz="5600" u="none" cap="none" strike="noStrike">
              <a:solidFill>
                <a:srgbClr val="14131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4" name="Google Shape;224;p5"/>
          <p:cNvCxnSpPr/>
          <p:nvPr/>
        </p:nvCxnSpPr>
        <p:spPr>
          <a:xfrm>
            <a:off x="3097161" y="1558683"/>
            <a:ext cx="15190839" cy="0"/>
          </a:xfrm>
          <a:prstGeom prst="straightConnector1">
            <a:avLst/>
          </a:prstGeom>
          <a:noFill/>
          <a:ln cap="rnd" cmpd="sng" w="57150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5" name="Google Shape;225;p5"/>
          <p:cNvSpPr txBox="1"/>
          <p:nvPr/>
        </p:nvSpPr>
        <p:spPr>
          <a:xfrm>
            <a:off x="4896618" y="3938676"/>
            <a:ext cx="11591924" cy="3785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777777"/>
                </a:solidFill>
                <a:latin typeface="Anonymous Pro"/>
                <a:ea typeface="Anonymous Pro"/>
                <a:cs typeface="Anonymous Pro"/>
                <a:sym typeface="Anonymous Pro"/>
              </a:rPr>
              <a:t>RULETA PARA QUE LOS ALUMNOS SE PRESENTEN Y COMENTEN SUS EXPECTATIVAS, EXPERIENCIAS PREVIAS Y UN DATO CURIOSO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br>
              <a:rPr b="0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800">
        <p14:reveal dir="l"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" name="Google Shape;230;p8"/>
          <p:cNvGrpSpPr/>
          <p:nvPr/>
        </p:nvGrpSpPr>
        <p:grpSpPr>
          <a:xfrm>
            <a:off x="-4860759" y="-821309"/>
            <a:ext cx="9926965" cy="12479909"/>
            <a:chOff x="-979521" y="-393368"/>
            <a:chExt cx="2042543" cy="2567829"/>
          </a:xfrm>
        </p:grpSpPr>
        <p:grpSp>
          <p:nvGrpSpPr>
            <p:cNvPr id="231" name="Google Shape;231;p8"/>
            <p:cNvGrpSpPr/>
            <p:nvPr/>
          </p:nvGrpSpPr>
          <p:grpSpPr>
            <a:xfrm>
              <a:off x="-428666" y="682773"/>
              <a:ext cx="1491688" cy="1491688"/>
              <a:chOff x="16500" y="16500"/>
              <a:chExt cx="779800" cy="779800"/>
            </a:xfrm>
          </p:grpSpPr>
          <p:sp>
            <p:nvSpPr>
              <p:cNvPr id="232" name="Google Shape;232;p8"/>
              <p:cNvSpPr/>
              <p:nvPr/>
            </p:nvSpPr>
            <p:spPr>
              <a:xfrm>
                <a:off x="16500" y="16500"/>
                <a:ext cx="779800" cy="779800"/>
              </a:xfrm>
              <a:custGeom>
                <a:rect b="b" l="l" r="r" t="t"/>
                <a:pathLst>
                  <a:path extrusionOk="0" h="779800" w="779800">
                    <a:moveTo>
                      <a:pt x="418067" y="11667"/>
                    </a:moveTo>
                    <a:lnTo>
                      <a:pt x="768133" y="361733"/>
                    </a:lnTo>
                    <a:cubicBezTo>
                      <a:pt x="775603" y="369203"/>
                      <a:pt x="779800" y="379335"/>
                      <a:pt x="779800" y="389900"/>
                    </a:cubicBezTo>
                    <a:cubicBezTo>
                      <a:pt x="779800" y="400465"/>
                      <a:pt x="775603" y="410597"/>
                      <a:pt x="768133" y="418067"/>
                    </a:cubicBezTo>
                    <a:lnTo>
                      <a:pt x="418067" y="768133"/>
                    </a:lnTo>
                    <a:cubicBezTo>
                      <a:pt x="410597" y="775603"/>
                      <a:pt x="400465" y="779800"/>
                      <a:pt x="389900" y="779800"/>
                    </a:cubicBezTo>
                    <a:cubicBezTo>
                      <a:pt x="379335" y="779800"/>
                      <a:pt x="369203" y="775603"/>
                      <a:pt x="361733" y="768133"/>
                    </a:cubicBezTo>
                    <a:lnTo>
                      <a:pt x="11667" y="418067"/>
                    </a:lnTo>
                    <a:cubicBezTo>
                      <a:pt x="4197" y="410597"/>
                      <a:pt x="0" y="400465"/>
                      <a:pt x="0" y="389900"/>
                    </a:cubicBezTo>
                    <a:cubicBezTo>
                      <a:pt x="0" y="379335"/>
                      <a:pt x="4197" y="369203"/>
                      <a:pt x="11667" y="361733"/>
                    </a:cubicBezTo>
                    <a:lnTo>
                      <a:pt x="361733" y="11667"/>
                    </a:lnTo>
                    <a:cubicBezTo>
                      <a:pt x="369203" y="4197"/>
                      <a:pt x="379335" y="0"/>
                      <a:pt x="389900" y="0"/>
                    </a:cubicBezTo>
                    <a:cubicBezTo>
                      <a:pt x="400465" y="0"/>
                      <a:pt x="410597" y="4197"/>
                      <a:pt x="418067" y="11667"/>
                    </a:cubicBezTo>
                    <a:close/>
                  </a:path>
                </a:pathLst>
              </a:custGeom>
              <a:solidFill>
                <a:srgbClr val="19577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3" name="Google Shape;233;p8"/>
              <p:cNvSpPr txBox="1"/>
              <p:nvPr/>
            </p:nvSpPr>
            <p:spPr>
              <a:xfrm>
                <a:off x="139700" y="139700"/>
                <a:ext cx="533400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2275" lIns="12275" spcFirstLastPara="1" rIns="12275" wrap="square" tIns="12275">
                <a:noAutofit/>
              </a:bodyPr>
              <a:lstStyle/>
              <a:p>
                <a:pPr indent="0" lvl="0" marL="0" marR="0" rtl="0" algn="ctr">
                  <a:lnSpc>
                    <a:spcPct val="27444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4" name="Google Shape;234;p8"/>
            <p:cNvGrpSpPr/>
            <p:nvPr/>
          </p:nvGrpSpPr>
          <p:grpSpPr>
            <a:xfrm>
              <a:off x="-979521" y="-393368"/>
              <a:ext cx="1797860" cy="1797860"/>
              <a:chOff x="10621" y="10621"/>
              <a:chExt cx="791558" cy="791558"/>
            </a:xfrm>
          </p:grpSpPr>
          <p:sp>
            <p:nvSpPr>
              <p:cNvPr id="235" name="Google Shape;235;p8"/>
              <p:cNvSpPr/>
              <p:nvPr/>
            </p:nvSpPr>
            <p:spPr>
              <a:xfrm>
                <a:off x="10621" y="10621"/>
                <a:ext cx="791558" cy="791558"/>
              </a:xfrm>
              <a:custGeom>
                <a:rect b="b" l="l" r="r" t="t"/>
                <a:pathLst>
                  <a:path extrusionOk="0" h="791558" w="791558">
                    <a:moveTo>
                      <a:pt x="419502" y="13102"/>
                    </a:moveTo>
                    <a:lnTo>
                      <a:pt x="778456" y="372056"/>
                    </a:lnTo>
                    <a:cubicBezTo>
                      <a:pt x="791558" y="385158"/>
                      <a:pt x="791558" y="406400"/>
                      <a:pt x="778456" y="419502"/>
                    </a:cubicBezTo>
                    <a:lnTo>
                      <a:pt x="419502" y="778456"/>
                    </a:lnTo>
                    <a:cubicBezTo>
                      <a:pt x="406400" y="791558"/>
                      <a:pt x="385158" y="791558"/>
                      <a:pt x="372056" y="778456"/>
                    </a:cubicBezTo>
                    <a:lnTo>
                      <a:pt x="13102" y="419502"/>
                    </a:lnTo>
                    <a:cubicBezTo>
                      <a:pt x="0" y="406400"/>
                      <a:pt x="0" y="385158"/>
                      <a:pt x="13102" y="372056"/>
                    </a:cubicBezTo>
                    <a:lnTo>
                      <a:pt x="372056" y="13102"/>
                    </a:lnTo>
                    <a:cubicBezTo>
                      <a:pt x="385158" y="0"/>
                      <a:pt x="406400" y="0"/>
                      <a:pt x="419502" y="13102"/>
                    </a:cubicBezTo>
                    <a:close/>
                  </a:path>
                </a:pathLst>
              </a:custGeom>
              <a:solidFill>
                <a:srgbClr val="04364A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" name="Google Shape;236;p8"/>
              <p:cNvSpPr txBox="1"/>
              <p:nvPr/>
            </p:nvSpPr>
            <p:spPr>
              <a:xfrm>
                <a:off x="139700" y="139700"/>
                <a:ext cx="533400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2275" lIns="12275" spcFirstLastPara="1" rIns="12275" wrap="square" tIns="12275">
                <a:noAutofit/>
              </a:bodyPr>
              <a:lstStyle/>
              <a:p>
                <a:pPr indent="0" lvl="0" marL="0" marR="0" rtl="0" algn="ctr">
                  <a:lnSpc>
                    <a:spcPct val="27444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7" name="Google Shape;237;p8"/>
            <p:cNvGrpSpPr/>
            <p:nvPr/>
          </p:nvGrpSpPr>
          <p:grpSpPr>
            <a:xfrm>
              <a:off x="-276024" y="942894"/>
              <a:ext cx="638788" cy="638788"/>
              <a:chOff x="28540" y="28540"/>
              <a:chExt cx="755721" cy="755721"/>
            </a:xfrm>
          </p:grpSpPr>
          <p:sp>
            <p:nvSpPr>
              <p:cNvPr id="238" name="Google Shape;238;p8"/>
              <p:cNvSpPr/>
              <p:nvPr/>
            </p:nvSpPr>
            <p:spPr>
              <a:xfrm>
                <a:off x="28540" y="28540"/>
                <a:ext cx="755721" cy="755721"/>
              </a:xfrm>
              <a:custGeom>
                <a:rect b="b" l="l" r="r" t="t"/>
                <a:pathLst>
                  <a:path extrusionOk="0" h="755721" w="755721">
                    <a:moveTo>
                      <a:pt x="441605" y="35205"/>
                    </a:moveTo>
                    <a:lnTo>
                      <a:pt x="720515" y="314115"/>
                    </a:lnTo>
                    <a:cubicBezTo>
                      <a:pt x="755720" y="349320"/>
                      <a:pt x="755720" y="406400"/>
                      <a:pt x="720515" y="441605"/>
                    </a:cubicBezTo>
                    <a:lnTo>
                      <a:pt x="441605" y="720515"/>
                    </a:lnTo>
                    <a:cubicBezTo>
                      <a:pt x="406400" y="755720"/>
                      <a:pt x="349320" y="755720"/>
                      <a:pt x="314115" y="720515"/>
                    </a:cubicBezTo>
                    <a:lnTo>
                      <a:pt x="35205" y="441605"/>
                    </a:lnTo>
                    <a:cubicBezTo>
                      <a:pt x="0" y="406400"/>
                      <a:pt x="0" y="349320"/>
                      <a:pt x="35205" y="314115"/>
                    </a:cubicBezTo>
                    <a:lnTo>
                      <a:pt x="314115" y="35205"/>
                    </a:lnTo>
                    <a:cubicBezTo>
                      <a:pt x="349320" y="0"/>
                      <a:pt x="406400" y="0"/>
                      <a:pt x="441605" y="35205"/>
                    </a:cubicBezTo>
                    <a:close/>
                  </a:path>
                </a:pathLst>
              </a:custGeom>
              <a:solidFill>
                <a:srgbClr val="052A3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9" name="Google Shape;239;p8"/>
              <p:cNvSpPr txBox="1"/>
              <p:nvPr/>
            </p:nvSpPr>
            <p:spPr>
              <a:xfrm>
                <a:off x="139700" y="139700"/>
                <a:ext cx="533400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2275" lIns="12275" spcFirstLastPara="1" rIns="12275" wrap="square" tIns="12275">
                <a:noAutofit/>
              </a:bodyPr>
              <a:lstStyle/>
              <a:p>
                <a:pPr indent="0" lvl="0" marL="0" marR="0" rtl="0" algn="ctr">
                  <a:lnSpc>
                    <a:spcPct val="27444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40" name="Google Shape;240;p8"/>
          <p:cNvSpPr txBox="1"/>
          <p:nvPr/>
        </p:nvSpPr>
        <p:spPr>
          <a:xfrm>
            <a:off x="3241493" y="555105"/>
            <a:ext cx="11949345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141313"/>
                </a:solidFill>
                <a:latin typeface="Arial"/>
                <a:ea typeface="Arial"/>
                <a:cs typeface="Arial"/>
                <a:sym typeface="Arial"/>
              </a:rPr>
              <a:t>HORARIOS DE CALIFICACIÓN</a:t>
            </a:r>
            <a:endParaRPr b="1" i="0" sz="5600" u="none" cap="none" strike="noStrike">
              <a:solidFill>
                <a:srgbClr val="14131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1" name="Google Shape;241;p8"/>
          <p:cNvCxnSpPr/>
          <p:nvPr/>
        </p:nvCxnSpPr>
        <p:spPr>
          <a:xfrm>
            <a:off x="3097161" y="1558683"/>
            <a:ext cx="15190839" cy="0"/>
          </a:xfrm>
          <a:prstGeom prst="straightConnector1">
            <a:avLst/>
          </a:prstGeom>
          <a:noFill/>
          <a:ln cap="rnd" cmpd="sng" w="57150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spd="slow" p14:dur="800">
        <p14:reveal dir="l"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6" name="Google Shape;246;p9"/>
          <p:cNvGrpSpPr/>
          <p:nvPr/>
        </p:nvGrpSpPr>
        <p:grpSpPr>
          <a:xfrm>
            <a:off x="-4860759" y="-821309"/>
            <a:ext cx="9926965" cy="12479909"/>
            <a:chOff x="-979521" y="-393368"/>
            <a:chExt cx="2042543" cy="2567829"/>
          </a:xfrm>
        </p:grpSpPr>
        <p:grpSp>
          <p:nvGrpSpPr>
            <p:cNvPr id="247" name="Google Shape;247;p9"/>
            <p:cNvGrpSpPr/>
            <p:nvPr/>
          </p:nvGrpSpPr>
          <p:grpSpPr>
            <a:xfrm>
              <a:off x="-428666" y="682773"/>
              <a:ext cx="1491688" cy="1491688"/>
              <a:chOff x="16500" y="16500"/>
              <a:chExt cx="779800" cy="779800"/>
            </a:xfrm>
          </p:grpSpPr>
          <p:sp>
            <p:nvSpPr>
              <p:cNvPr id="248" name="Google Shape;248;p9"/>
              <p:cNvSpPr/>
              <p:nvPr/>
            </p:nvSpPr>
            <p:spPr>
              <a:xfrm>
                <a:off x="16500" y="16500"/>
                <a:ext cx="779800" cy="779800"/>
              </a:xfrm>
              <a:custGeom>
                <a:rect b="b" l="l" r="r" t="t"/>
                <a:pathLst>
                  <a:path extrusionOk="0" h="779800" w="779800">
                    <a:moveTo>
                      <a:pt x="418067" y="11667"/>
                    </a:moveTo>
                    <a:lnTo>
                      <a:pt x="768133" y="361733"/>
                    </a:lnTo>
                    <a:cubicBezTo>
                      <a:pt x="775603" y="369203"/>
                      <a:pt x="779800" y="379335"/>
                      <a:pt x="779800" y="389900"/>
                    </a:cubicBezTo>
                    <a:cubicBezTo>
                      <a:pt x="779800" y="400465"/>
                      <a:pt x="775603" y="410597"/>
                      <a:pt x="768133" y="418067"/>
                    </a:cubicBezTo>
                    <a:lnTo>
                      <a:pt x="418067" y="768133"/>
                    </a:lnTo>
                    <a:cubicBezTo>
                      <a:pt x="410597" y="775603"/>
                      <a:pt x="400465" y="779800"/>
                      <a:pt x="389900" y="779800"/>
                    </a:cubicBezTo>
                    <a:cubicBezTo>
                      <a:pt x="379335" y="779800"/>
                      <a:pt x="369203" y="775603"/>
                      <a:pt x="361733" y="768133"/>
                    </a:cubicBezTo>
                    <a:lnTo>
                      <a:pt x="11667" y="418067"/>
                    </a:lnTo>
                    <a:cubicBezTo>
                      <a:pt x="4197" y="410597"/>
                      <a:pt x="0" y="400465"/>
                      <a:pt x="0" y="389900"/>
                    </a:cubicBezTo>
                    <a:cubicBezTo>
                      <a:pt x="0" y="379335"/>
                      <a:pt x="4197" y="369203"/>
                      <a:pt x="11667" y="361733"/>
                    </a:cubicBezTo>
                    <a:lnTo>
                      <a:pt x="361733" y="11667"/>
                    </a:lnTo>
                    <a:cubicBezTo>
                      <a:pt x="369203" y="4197"/>
                      <a:pt x="379335" y="0"/>
                      <a:pt x="389900" y="0"/>
                    </a:cubicBezTo>
                    <a:cubicBezTo>
                      <a:pt x="400465" y="0"/>
                      <a:pt x="410597" y="4197"/>
                      <a:pt x="418067" y="11667"/>
                    </a:cubicBezTo>
                    <a:close/>
                  </a:path>
                </a:pathLst>
              </a:custGeom>
              <a:solidFill>
                <a:srgbClr val="19577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9" name="Google Shape;249;p9"/>
              <p:cNvSpPr txBox="1"/>
              <p:nvPr/>
            </p:nvSpPr>
            <p:spPr>
              <a:xfrm>
                <a:off x="139700" y="139700"/>
                <a:ext cx="533400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2275" lIns="12275" spcFirstLastPara="1" rIns="12275" wrap="square" tIns="12275">
                <a:noAutofit/>
              </a:bodyPr>
              <a:lstStyle/>
              <a:p>
                <a:pPr indent="0" lvl="0" marL="0" marR="0" rtl="0" algn="ctr">
                  <a:lnSpc>
                    <a:spcPct val="27444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0" name="Google Shape;250;p9"/>
            <p:cNvGrpSpPr/>
            <p:nvPr/>
          </p:nvGrpSpPr>
          <p:grpSpPr>
            <a:xfrm>
              <a:off x="-979521" y="-393368"/>
              <a:ext cx="1797860" cy="1797860"/>
              <a:chOff x="10621" y="10621"/>
              <a:chExt cx="791558" cy="791558"/>
            </a:xfrm>
          </p:grpSpPr>
          <p:sp>
            <p:nvSpPr>
              <p:cNvPr id="251" name="Google Shape;251;p9"/>
              <p:cNvSpPr/>
              <p:nvPr/>
            </p:nvSpPr>
            <p:spPr>
              <a:xfrm>
                <a:off x="10621" y="10621"/>
                <a:ext cx="791558" cy="791558"/>
              </a:xfrm>
              <a:custGeom>
                <a:rect b="b" l="l" r="r" t="t"/>
                <a:pathLst>
                  <a:path extrusionOk="0" h="791558" w="791558">
                    <a:moveTo>
                      <a:pt x="419502" y="13102"/>
                    </a:moveTo>
                    <a:lnTo>
                      <a:pt x="778456" y="372056"/>
                    </a:lnTo>
                    <a:cubicBezTo>
                      <a:pt x="791558" y="385158"/>
                      <a:pt x="791558" y="406400"/>
                      <a:pt x="778456" y="419502"/>
                    </a:cubicBezTo>
                    <a:lnTo>
                      <a:pt x="419502" y="778456"/>
                    </a:lnTo>
                    <a:cubicBezTo>
                      <a:pt x="406400" y="791558"/>
                      <a:pt x="385158" y="791558"/>
                      <a:pt x="372056" y="778456"/>
                    </a:cubicBezTo>
                    <a:lnTo>
                      <a:pt x="13102" y="419502"/>
                    </a:lnTo>
                    <a:cubicBezTo>
                      <a:pt x="0" y="406400"/>
                      <a:pt x="0" y="385158"/>
                      <a:pt x="13102" y="372056"/>
                    </a:cubicBezTo>
                    <a:lnTo>
                      <a:pt x="372056" y="13102"/>
                    </a:lnTo>
                    <a:cubicBezTo>
                      <a:pt x="385158" y="0"/>
                      <a:pt x="406400" y="0"/>
                      <a:pt x="419502" y="13102"/>
                    </a:cubicBezTo>
                    <a:close/>
                  </a:path>
                </a:pathLst>
              </a:custGeom>
              <a:solidFill>
                <a:srgbClr val="04364A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2" name="Google Shape;252;p9"/>
              <p:cNvSpPr txBox="1"/>
              <p:nvPr/>
            </p:nvSpPr>
            <p:spPr>
              <a:xfrm>
                <a:off x="139700" y="139700"/>
                <a:ext cx="533400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2275" lIns="12275" spcFirstLastPara="1" rIns="12275" wrap="square" tIns="12275">
                <a:noAutofit/>
              </a:bodyPr>
              <a:lstStyle/>
              <a:p>
                <a:pPr indent="0" lvl="0" marL="0" marR="0" rtl="0" algn="ctr">
                  <a:lnSpc>
                    <a:spcPct val="27444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3" name="Google Shape;253;p9"/>
            <p:cNvGrpSpPr/>
            <p:nvPr/>
          </p:nvGrpSpPr>
          <p:grpSpPr>
            <a:xfrm>
              <a:off x="-276024" y="942894"/>
              <a:ext cx="638788" cy="638788"/>
              <a:chOff x="28540" y="28540"/>
              <a:chExt cx="755721" cy="755721"/>
            </a:xfrm>
          </p:grpSpPr>
          <p:sp>
            <p:nvSpPr>
              <p:cNvPr id="254" name="Google Shape;254;p9"/>
              <p:cNvSpPr/>
              <p:nvPr/>
            </p:nvSpPr>
            <p:spPr>
              <a:xfrm>
                <a:off x="28540" y="28540"/>
                <a:ext cx="755721" cy="755721"/>
              </a:xfrm>
              <a:custGeom>
                <a:rect b="b" l="l" r="r" t="t"/>
                <a:pathLst>
                  <a:path extrusionOk="0" h="755721" w="755721">
                    <a:moveTo>
                      <a:pt x="441605" y="35205"/>
                    </a:moveTo>
                    <a:lnTo>
                      <a:pt x="720515" y="314115"/>
                    </a:lnTo>
                    <a:cubicBezTo>
                      <a:pt x="755720" y="349320"/>
                      <a:pt x="755720" y="406400"/>
                      <a:pt x="720515" y="441605"/>
                    </a:cubicBezTo>
                    <a:lnTo>
                      <a:pt x="441605" y="720515"/>
                    </a:lnTo>
                    <a:cubicBezTo>
                      <a:pt x="406400" y="755720"/>
                      <a:pt x="349320" y="755720"/>
                      <a:pt x="314115" y="720515"/>
                    </a:cubicBezTo>
                    <a:lnTo>
                      <a:pt x="35205" y="441605"/>
                    </a:lnTo>
                    <a:cubicBezTo>
                      <a:pt x="0" y="406400"/>
                      <a:pt x="0" y="349320"/>
                      <a:pt x="35205" y="314115"/>
                    </a:cubicBezTo>
                    <a:lnTo>
                      <a:pt x="314115" y="35205"/>
                    </a:lnTo>
                    <a:cubicBezTo>
                      <a:pt x="349320" y="0"/>
                      <a:pt x="406400" y="0"/>
                      <a:pt x="441605" y="35205"/>
                    </a:cubicBezTo>
                    <a:close/>
                  </a:path>
                </a:pathLst>
              </a:custGeom>
              <a:solidFill>
                <a:srgbClr val="052A3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" name="Google Shape;255;p9"/>
              <p:cNvSpPr txBox="1"/>
              <p:nvPr/>
            </p:nvSpPr>
            <p:spPr>
              <a:xfrm>
                <a:off x="139700" y="139700"/>
                <a:ext cx="533400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2275" lIns="12275" spcFirstLastPara="1" rIns="12275" wrap="square" tIns="12275">
                <a:noAutofit/>
              </a:bodyPr>
              <a:lstStyle/>
              <a:p>
                <a:pPr indent="0" lvl="0" marL="0" marR="0" rtl="0" algn="ctr">
                  <a:lnSpc>
                    <a:spcPct val="27444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descr="Código QR&#10;&#10;El contenido generado por IA puede ser incorrecto." id="256" name="Google Shape;25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51570" y="3124305"/>
            <a:ext cx="5192829" cy="519282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7" name="Google Shape;257;p9"/>
          <p:cNvGrpSpPr/>
          <p:nvPr/>
        </p:nvGrpSpPr>
        <p:grpSpPr>
          <a:xfrm>
            <a:off x="3530600" y="1541552"/>
            <a:ext cx="12979399" cy="1568856"/>
            <a:chOff x="1938555" y="3905679"/>
            <a:chExt cx="16660551" cy="2475642"/>
          </a:xfrm>
        </p:grpSpPr>
        <p:sp>
          <p:nvSpPr>
            <p:cNvPr id="258" name="Google Shape;258;p9"/>
            <p:cNvSpPr/>
            <p:nvPr/>
          </p:nvSpPr>
          <p:spPr>
            <a:xfrm>
              <a:off x="1938555" y="3905679"/>
              <a:ext cx="16660551" cy="2475642"/>
            </a:xfrm>
            <a:prstGeom prst="roundRect">
              <a:avLst>
                <a:gd fmla="val 0" name="adj"/>
              </a:avLst>
            </a:prstGeom>
            <a:gradFill>
              <a:gsLst>
                <a:gs pos="0">
                  <a:srgbClr val="FFFFFF"/>
                </a:gs>
                <a:gs pos="18000">
                  <a:srgbClr val="FFFFFF"/>
                </a:gs>
                <a:gs pos="49000">
                  <a:srgbClr val="FFFFFF"/>
                </a:gs>
                <a:gs pos="65000">
                  <a:srgbClr val="DFDFDF">
                    <a:alpha val="0"/>
                  </a:srgbClr>
                </a:gs>
                <a:gs pos="82045">
                  <a:srgbClr val="FFFFFF"/>
                </a:gs>
                <a:gs pos="100000">
                  <a:srgbClr val="FFFFFF"/>
                </a:gs>
              </a:gsLst>
              <a:lin ang="2400000" scaled="0"/>
            </a:gradFill>
            <a:ln cap="rnd" cmpd="sng" w="28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63500" sx="101000" rotWithShape="0" algn="ctr" sy="101000">
                <a:srgbClr val="000000">
                  <a:alpha val="2196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59" name="Google Shape;259;p9"/>
            <p:cNvSpPr/>
            <p:nvPr/>
          </p:nvSpPr>
          <p:spPr>
            <a:xfrm>
              <a:off x="2041466" y="4084137"/>
              <a:ext cx="215602" cy="215603"/>
            </a:xfrm>
            <a:prstGeom prst="ellipse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  <a:effectLst>
              <a:outerShdw blurRad="12700" sx="111000" rotWithShape="0" algn="ctr" sy="111000">
                <a:srgbClr val="000000">
                  <a:alpha val="50196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60" name="Google Shape;260;p9"/>
            <p:cNvSpPr/>
            <p:nvPr/>
          </p:nvSpPr>
          <p:spPr>
            <a:xfrm>
              <a:off x="2036576" y="5987259"/>
              <a:ext cx="215602" cy="215603"/>
            </a:xfrm>
            <a:prstGeom prst="ellipse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  <a:effectLst>
              <a:outerShdw blurRad="12700" sx="111000" rotWithShape="0" algn="ctr" sy="111000">
                <a:srgbClr val="000000">
                  <a:alpha val="50196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61" name="Google Shape;261;p9"/>
            <p:cNvSpPr/>
            <p:nvPr/>
          </p:nvSpPr>
          <p:spPr>
            <a:xfrm>
              <a:off x="18186903" y="4088824"/>
              <a:ext cx="215602" cy="215603"/>
            </a:xfrm>
            <a:prstGeom prst="ellipse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  <a:effectLst>
              <a:outerShdw blurRad="12700" sx="111000" rotWithShape="0" algn="ctr" sy="111000">
                <a:srgbClr val="000000">
                  <a:alpha val="50196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62" name="Google Shape;262;p9"/>
            <p:cNvSpPr/>
            <p:nvPr/>
          </p:nvSpPr>
          <p:spPr>
            <a:xfrm>
              <a:off x="18186901" y="5886775"/>
              <a:ext cx="215602" cy="215603"/>
            </a:xfrm>
            <a:prstGeom prst="ellipse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  <a:effectLst>
              <a:outerShdw blurRad="12700" sx="111000" rotWithShape="0" algn="ctr" sy="111000">
                <a:srgbClr val="000000">
                  <a:alpha val="50196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263" name="Google Shape;263;p9"/>
          <p:cNvSpPr txBox="1"/>
          <p:nvPr/>
        </p:nvSpPr>
        <p:spPr>
          <a:xfrm>
            <a:off x="4239484" y="1918176"/>
            <a:ext cx="11586925" cy="815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</a:pPr>
            <a:r>
              <a:rPr b="1" i="0" lang="en-US" sz="5300" u="none" cap="none" strike="noStrike">
                <a:solidFill>
                  <a:srgbClr val="141313"/>
                </a:solidFill>
                <a:latin typeface="Arial"/>
                <a:ea typeface="Arial"/>
                <a:cs typeface="Arial"/>
                <a:sym typeface="Arial"/>
              </a:rPr>
              <a:t>PROGRAMA DE LABORATORIO</a:t>
            </a:r>
            <a:endParaRPr b="1" i="0" sz="5300" u="none" cap="none" strike="noStrike">
              <a:solidFill>
                <a:srgbClr val="14131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ódigo QR&#10;&#10;El contenido generado por IA puede ser incorrecto." id="264" name="Google Shape;26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51569" y="3665737"/>
            <a:ext cx="5192829" cy="5192829"/>
          </a:xfrm>
          <a:prstGeom prst="rect">
            <a:avLst/>
          </a:prstGeom>
          <a:noFill/>
          <a:ln>
            <a:noFill/>
          </a:ln>
          <a:effectLst>
            <a:outerShdw blurRad="190500" rotWithShape="0" algn="tl">
              <a:srgbClr val="000000">
                <a:alpha val="70196"/>
              </a:srgbClr>
            </a:outerShdw>
          </a:effectLst>
        </p:spPr>
      </p:pic>
    </p:spTree>
  </p:cSld>
  <p:clrMapOvr>
    <a:masterClrMapping/>
  </p:clrMapOvr>
  <mc:AlternateContent>
    <mc:Choice Requires="p14">
      <p:transition spd="slow" p14:dur="800">
        <p14:reveal dir="l"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9" name="Google Shape;269;p10"/>
          <p:cNvGrpSpPr/>
          <p:nvPr/>
        </p:nvGrpSpPr>
        <p:grpSpPr>
          <a:xfrm>
            <a:off x="-4860759" y="-821309"/>
            <a:ext cx="9926965" cy="12479909"/>
            <a:chOff x="-979521" y="-393368"/>
            <a:chExt cx="2042543" cy="2567829"/>
          </a:xfrm>
        </p:grpSpPr>
        <p:grpSp>
          <p:nvGrpSpPr>
            <p:cNvPr id="270" name="Google Shape;270;p10"/>
            <p:cNvGrpSpPr/>
            <p:nvPr/>
          </p:nvGrpSpPr>
          <p:grpSpPr>
            <a:xfrm>
              <a:off x="-428666" y="682773"/>
              <a:ext cx="1491688" cy="1491688"/>
              <a:chOff x="16500" y="16500"/>
              <a:chExt cx="779800" cy="779800"/>
            </a:xfrm>
          </p:grpSpPr>
          <p:sp>
            <p:nvSpPr>
              <p:cNvPr id="271" name="Google Shape;271;p10"/>
              <p:cNvSpPr/>
              <p:nvPr/>
            </p:nvSpPr>
            <p:spPr>
              <a:xfrm>
                <a:off x="16500" y="16500"/>
                <a:ext cx="779800" cy="779800"/>
              </a:xfrm>
              <a:custGeom>
                <a:rect b="b" l="l" r="r" t="t"/>
                <a:pathLst>
                  <a:path extrusionOk="0" h="779800" w="779800">
                    <a:moveTo>
                      <a:pt x="418067" y="11667"/>
                    </a:moveTo>
                    <a:lnTo>
                      <a:pt x="768133" y="361733"/>
                    </a:lnTo>
                    <a:cubicBezTo>
                      <a:pt x="775603" y="369203"/>
                      <a:pt x="779800" y="379335"/>
                      <a:pt x="779800" y="389900"/>
                    </a:cubicBezTo>
                    <a:cubicBezTo>
                      <a:pt x="779800" y="400465"/>
                      <a:pt x="775603" y="410597"/>
                      <a:pt x="768133" y="418067"/>
                    </a:cubicBezTo>
                    <a:lnTo>
                      <a:pt x="418067" y="768133"/>
                    </a:lnTo>
                    <a:cubicBezTo>
                      <a:pt x="410597" y="775603"/>
                      <a:pt x="400465" y="779800"/>
                      <a:pt x="389900" y="779800"/>
                    </a:cubicBezTo>
                    <a:cubicBezTo>
                      <a:pt x="379335" y="779800"/>
                      <a:pt x="369203" y="775603"/>
                      <a:pt x="361733" y="768133"/>
                    </a:cubicBezTo>
                    <a:lnTo>
                      <a:pt x="11667" y="418067"/>
                    </a:lnTo>
                    <a:cubicBezTo>
                      <a:pt x="4197" y="410597"/>
                      <a:pt x="0" y="400465"/>
                      <a:pt x="0" y="389900"/>
                    </a:cubicBezTo>
                    <a:cubicBezTo>
                      <a:pt x="0" y="379335"/>
                      <a:pt x="4197" y="369203"/>
                      <a:pt x="11667" y="361733"/>
                    </a:cubicBezTo>
                    <a:lnTo>
                      <a:pt x="361733" y="11667"/>
                    </a:lnTo>
                    <a:cubicBezTo>
                      <a:pt x="369203" y="4197"/>
                      <a:pt x="379335" y="0"/>
                      <a:pt x="389900" y="0"/>
                    </a:cubicBezTo>
                    <a:cubicBezTo>
                      <a:pt x="400465" y="0"/>
                      <a:pt x="410597" y="4197"/>
                      <a:pt x="418067" y="11667"/>
                    </a:cubicBezTo>
                    <a:close/>
                  </a:path>
                </a:pathLst>
              </a:custGeom>
              <a:solidFill>
                <a:srgbClr val="19577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2" name="Google Shape;272;p10"/>
              <p:cNvSpPr txBox="1"/>
              <p:nvPr/>
            </p:nvSpPr>
            <p:spPr>
              <a:xfrm>
                <a:off x="139700" y="139700"/>
                <a:ext cx="533400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2275" lIns="12275" spcFirstLastPara="1" rIns="12275" wrap="square" tIns="12275">
                <a:noAutofit/>
              </a:bodyPr>
              <a:lstStyle/>
              <a:p>
                <a:pPr indent="0" lvl="0" marL="0" marR="0" rtl="0" algn="ctr">
                  <a:lnSpc>
                    <a:spcPct val="27444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3" name="Google Shape;273;p10"/>
            <p:cNvGrpSpPr/>
            <p:nvPr/>
          </p:nvGrpSpPr>
          <p:grpSpPr>
            <a:xfrm>
              <a:off x="-979521" y="-393368"/>
              <a:ext cx="1797860" cy="1797860"/>
              <a:chOff x="10621" y="10621"/>
              <a:chExt cx="791558" cy="791558"/>
            </a:xfrm>
          </p:grpSpPr>
          <p:sp>
            <p:nvSpPr>
              <p:cNvPr id="274" name="Google Shape;274;p10"/>
              <p:cNvSpPr/>
              <p:nvPr/>
            </p:nvSpPr>
            <p:spPr>
              <a:xfrm>
                <a:off x="10621" y="10621"/>
                <a:ext cx="791558" cy="791558"/>
              </a:xfrm>
              <a:custGeom>
                <a:rect b="b" l="l" r="r" t="t"/>
                <a:pathLst>
                  <a:path extrusionOk="0" h="791558" w="791558">
                    <a:moveTo>
                      <a:pt x="419502" y="13102"/>
                    </a:moveTo>
                    <a:lnTo>
                      <a:pt x="778456" y="372056"/>
                    </a:lnTo>
                    <a:cubicBezTo>
                      <a:pt x="791558" y="385158"/>
                      <a:pt x="791558" y="406400"/>
                      <a:pt x="778456" y="419502"/>
                    </a:cubicBezTo>
                    <a:lnTo>
                      <a:pt x="419502" y="778456"/>
                    </a:lnTo>
                    <a:cubicBezTo>
                      <a:pt x="406400" y="791558"/>
                      <a:pt x="385158" y="791558"/>
                      <a:pt x="372056" y="778456"/>
                    </a:cubicBezTo>
                    <a:lnTo>
                      <a:pt x="13102" y="419502"/>
                    </a:lnTo>
                    <a:cubicBezTo>
                      <a:pt x="0" y="406400"/>
                      <a:pt x="0" y="385158"/>
                      <a:pt x="13102" y="372056"/>
                    </a:cubicBezTo>
                    <a:lnTo>
                      <a:pt x="372056" y="13102"/>
                    </a:lnTo>
                    <a:cubicBezTo>
                      <a:pt x="385158" y="0"/>
                      <a:pt x="406400" y="0"/>
                      <a:pt x="419502" y="13102"/>
                    </a:cubicBezTo>
                    <a:close/>
                  </a:path>
                </a:pathLst>
              </a:custGeom>
              <a:solidFill>
                <a:srgbClr val="04364A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" name="Google Shape;275;p10"/>
              <p:cNvSpPr txBox="1"/>
              <p:nvPr/>
            </p:nvSpPr>
            <p:spPr>
              <a:xfrm>
                <a:off x="139700" y="139700"/>
                <a:ext cx="533400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2275" lIns="12275" spcFirstLastPara="1" rIns="12275" wrap="square" tIns="12275">
                <a:noAutofit/>
              </a:bodyPr>
              <a:lstStyle/>
              <a:p>
                <a:pPr indent="0" lvl="0" marL="0" marR="0" rtl="0" algn="ctr">
                  <a:lnSpc>
                    <a:spcPct val="27444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6" name="Google Shape;276;p10"/>
            <p:cNvGrpSpPr/>
            <p:nvPr/>
          </p:nvGrpSpPr>
          <p:grpSpPr>
            <a:xfrm>
              <a:off x="-276024" y="942894"/>
              <a:ext cx="638788" cy="638788"/>
              <a:chOff x="28540" y="28540"/>
              <a:chExt cx="755721" cy="755721"/>
            </a:xfrm>
          </p:grpSpPr>
          <p:sp>
            <p:nvSpPr>
              <p:cNvPr id="277" name="Google Shape;277;p10"/>
              <p:cNvSpPr/>
              <p:nvPr/>
            </p:nvSpPr>
            <p:spPr>
              <a:xfrm>
                <a:off x="28540" y="28540"/>
                <a:ext cx="755721" cy="755721"/>
              </a:xfrm>
              <a:custGeom>
                <a:rect b="b" l="l" r="r" t="t"/>
                <a:pathLst>
                  <a:path extrusionOk="0" h="755721" w="755721">
                    <a:moveTo>
                      <a:pt x="441605" y="35205"/>
                    </a:moveTo>
                    <a:lnTo>
                      <a:pt x="720515" y="314115"/>
                    </a:lnTo>
                    <a:cubicBezTo>
                      <a:pt x="755720" y="349320"/>
                      <a:pt x="755720" y="406400"/>
                      <a:pt x="720515" y="441605"/>
                    </a:cubicBezTo>
                    <a:lnTo>
                      <a:pt x="441605" y="720515"/>
                    </a:lnTo>
                    <a:cubicBezTo>
                      <a:pt x="406400" y="755720"/>
                      <a:pt x="349320" y="755720"/>
                      <a:pt x="314115" y="720515"/>
                    </a:cubicBezTo>
                    <a:lnTo>
                      <a:pt x="35205" y="441605"/>
                    </a:lnTo>
                    <a:cubicBezTo>
                      <a:pt x="0" y="406400"/>
                      <a:pt x="0" y="349320"/>
                      <a:pt x="35205" y="314115"/>
                    </a:cubicBezTo>
                    <a:lnTo>
                      <a:pt x="314115" y="35205"/>
                    </a:lnTo>
                    <a:cubicBezTo>
                      <a:pt x="349320" y="0"/>
                      <a:pt x="406400" y="0"/>
                      <a:pt x="441605" y="35205"/>
                    </a:cubicBezTo>
                    <a:close/>
                  </a:path>
                </a:pathLst>
              </a:custGeom>
              <a:solidFill>
                <a:srgbClr val="052A3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" name="Google Shape;278;p10"/>
              <p:cNvSpPr txBox="1"/>
              <p:nvPr/>
            </p:nvSpPr>
            <p:spPr>
              <a:xfrm>
                <a:off x="139700" y="139700"/>
                <a:ext cx="533400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2275" lIns="12275" spcFirstLastPara="1" rIns="12275" wrap="square" tIns="12275">
                <a:noAutofit/>
              </a:bodyPr>
              <a:lstStyle/>
              <a:p>
                <a:pPr indent="0" lvl="0" marL="0" marR="0" rtl="0" algn="ctr">
                  <a:lnSpc>
                    <a:spcPct val="27444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descr="Código QR&#10;&#10;El contenido generado por IA puede ser incorrecto." id="279" name="Google Shape;27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51570" y="3124305"/>
            <a:ext cx="5192829" cy="519282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0" name="Google Shape;280;p10"/>
          <p:cNvGrpSpPr/>
          <p:nvPr/>
        </p:nvGrpSpPr>
        <p:grpSpPr>
          <a:xfrm>
            <a:off x="3530600" y="1541552"/>
            <a:ext cx="12979399" cy="1568856"/>
            <a:chOff x="1938555" y="3905679"/>
            <a:chExt cx="16660551" cy="2475642"/>
          </a:xfrm>
        </p:grpSpPr>
        <p:sp>
          <p:nvSpPr>
            <p:cNvPr id="281" name="Google Shape;281;p10"/>
            <p:cNvSpPr/>
            <p:nvPr/>
          </p:nvSpPr>
          <p:spPr>
            <a:xfrm>
              <a:off x="1938555" y="3905679"/>
              <a:ext cx="16660551" cy="2475642"/>
            </a:xfrm>
            <a:prstGeom prst="roundRect">
              <a:avLst>
                <a:gd fmla="val 0" name="adj"/>
              </a:avLst>
            </a:prstGeom>
            <a:gradFill>
              <a:gsLst>
                <a:gs pos="0">
                  <a:srgbClr val="FFFFFF"/>
                </a:gs>
                <a:gs pos="18000">
                  <a:srgbClr val="FFFFFF"/>
                </a:gs>
                <a:gs pos="49000">
                  <a:srgbClr val="FFFFFF"/>
                </a:gs>
                <a:gs pos="65000">
                  <a:srgbClr val="DFDFDF">
                    <a:alpha val="0"/>
                  </a:srgbClr>
                </a:gs>
                <a:gs pos="82045">
                  <a:srgbClr val="FFFFFF"/>
                </a:gs>
                <a:gs pos="100000">
                  <a:srgbClr val="FFFFFF"/>
                </a:gs>
              </a:gsLst>
              <a:lin ang="2400000" scaled="0"/>
            </a:gradFill>
            <a:ln cap="rnd" cmpd="sng" w="28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63500" sx="101000" rotWithShape="0" algn="ctr" sy="101000">
                <a:srgbClr val="000000">
                  <a:alpha val="2196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82" name="Google Shape;282;p10"/>
            <p:cNvSpPr/>
            <p:nvPr/>
          </p:nvSpPr>
          <p:spPr>
            <a:xfrm>
              <a:off x="2041466" y="4084137"/>
              <a:ext cx="215602" cy="215603"/>
            </a:xfrm>
            <a:prstGeom prst="ellipse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  <a:effectLst>
              <a:outerShdw blurRad="12700" sx="111000" rotWithShape="0" algn="ctr" sy="111000">
                <a:srgbClr val="000000">
                  <a:alpha val="50196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83" name="Google Shape;283;p10"/>
            <p:cNvSpPr/>
            <p:nvPr/>
          </p:nvSpPr>
          <p:spPr>
            <a:xfrm>
              <a:off x="2036576" y="5987259"/>
              <a:ext cx="215602" cy="215603"/>
            </a:xfrm>
            <a:prstGeom prst="ellipse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  <a:effectLst>
              <a:outerShdw blurRad="12700" sx="111000" rotWithShape="0" algn="ctr" sy="111000">
                <a:srgbClr val="000000">
                  <a:alpha val="50196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84" name="Google Shape;284;p10"/>
            <p:cNvSpPr/>
            <p:nvPr/>
          </p:nvSpPr>
          <p:spPr>
            <a:xfrm>
              <a:off x="18186903" y="4088824"/>
              <a:ext cx="215602" cy="215603"/>
            </a:xfrm>
            <a:prstGeom prst="ellipse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  <a:effectLst>
              <a:outerShdw blurRad="12700" sx="111000" rotWithShape="0" algn="ctr" sy="111000">
                <a:srgbClr val="000000">
                  <a:alpha val="50196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85" name="Google Shape;285;p10"/>
            <p:cNvSpPr/>
            <p:nvPr/>
          </p:nvSpPr>
          <p:spPr>
            <a:xfrm>
              <a:off x="18186901" y="5886775"/>
              <a:ext cx="215602" cy="215603"/>
            </a:xfrm>
            <a:prstGeom prst="ellipse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  <a:effectLst>
              <a:outerShdw blurRad="12700" sx="111000" rotWithShape="0" algn="ctr" sy="111000">
                <a:srgbClr val="000000">
                  <a:alpha val="50196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286" name="Google Shape;286;p10"/>
          <p:cNvSpPr txBox="1"/>
          <p:nvPr/>
        </p:nvSpPr>
        <p:spPr>
          <a:xfrm>
            <a:off x="3140808" y="1956162"/>
            <a:ext cx="13214350" cy="815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300" u="none" cap="none" strike="noStrike">
                <a:solidFill>
                  <a:srgbClr val="141313"/>
                </a:solidFill>
                <a:latin typeface="Arial"/>
                <a:ea typeface="Arial"/>
                <a:cs typeface="Arial"/>
                <a:sym typeface="Arial"/>
              </a:rPr>
              <a:t>Evaluación de conocimientos del curso</a:t>
            </a:r>
            <a:endParaRPr b="1" i="0" sz="5300" u="none" cap="none" strike="noStrike">
              <a:solidFill>
                <a:srgbClr val="14131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ódigo QR&#10;&#10;El contenido generado por IA puede ser incorrecto." id="287" name="Google Shape;28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51569" y="3665737"/>
            <a:ext cx="5192829" cy="5192829"/>
          </a:xfrm>
          <a:prstGeom prst="rect">
            <a:avLst/>
          </a:prstGeom>
          <a:noFill/>
          <a:ln>
            <a:noFill/>
          </a:ln>
          <a:effectLst>
            <a:outerShdw blurRad="190500" rotWithShape="0" algn="tl">
              <a:srgbClr val="000000">
                <a:alpha val="70196"/>
              </a:srgbClr>
            </a:outerShdw>
          </a:effectLst>
        </p:spPr>
      </p:pic>
    </p:spTree>
  </p:cSld>
  <p:clrMapOvr>
    <a:masterClrMapping/>
  </p:clrMapOvr>
  <mc:AlternateContent>
    <mc:Choice Requires="p14">
      <p:transition spd="slow" p14:dur="800">
        <p14:reveal dir="l"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2" name="Google Shape;292;p11"/>
          <p:cNvGrpSpPr/>
          <p:nvPr/>
        </p:nvGrpSpPr>
        <p:grpSpPr>
          <a:xfrm>
            <a:off x="-4860759" y="-821309"/>
            <a:ext cx="9926965" cy="12479909"/>
            <a:chOff x="-979521" y="-393368"/>
            <a:chExt cx="2042543" cy="2567829"/>
          </a:xfrm>
        </p:grpSpPr>
        <p:grpSp>
          <p:nvGrpSpPr>
            <p:cNvPr id="293" name="Google Shape;293;p11"/>
            <p:cNvGrpSpPr/>
            <p:nvPr/>
          </p:nvGrpSpPr>
          <p:grpSpPr>
            <a:xfrm>
              <a:off x="-428666" y="682773"/>
              <a:ext cx="1491688" cy="1491688"/>
              <a:chOff x="16500" y="16500"/>
              <a:chExt cx="779800" cy="779800"/>
            </a:xfrm>
          </p:grpSpPr>
          <p:sp>
            <p:nvSpPr>
              <p:cNvPr id="294" name="Google Shape;294;p11"/>
              <p:cNvSpPr/>
              <p:nvPr/>
            </p:nvSpPr>
            <p:spPr>
              <a:xfrm>
                <a:off x="16500" y="16500"/>
                <a:ext cx="779800" cy="779800"/>
              </a:xfrm>
              <a:custGeom>
                <a:rect b="b" l="l" r="r" t="t"/>
                <a:pathLst>
                  <a:path extrusionOk="0" h="779800" w="779800">
                    <a:moveTo>
                      <a:pt x="418067" y="11667"/>
                    </a:moveTo>
                    <a:lnTo>
                      <a:pt x="768133" y="361733"/>
                    </a:lnTo>
                    <a:cubicBezTo>
                      <a:pt x="775603" y="369203"/>
                      <a:pt x="779800" y="379335"/>
                      <a:pt x="779800" y="389900"/>
                    </a:cubicBezTo>
                    <a:cubicBezTo>
                      <a:pt x="779800" y="400465"/>
                      <a:pt x="775603" y="410597"/>
                      <a:pt x="768133" y="418067"/>
                    </a:cubicBezTo>
                    <a:lnTo>
                      <a:pt x="418067" y="768133"/>
                    </a:lnTo>
                    <a:cubicBezTo>
                      <a:pt x="410597" y="775603"/>
                      <a:pt x="400465" y="779800"/>
                      <a:pt x="389900" y="779800"/>
                    </a:cubicBezTo>
                    <a:cubicBezTo>
                      <a:pt x="379335" y="779800"/>
                      <a:pt x="369203" y="775603"/>
                      <a:pt x="361733" y="768133"/>
                    </a:cubicBezTo>
                    <a:lnTo>
                      <a:pt x="11667" y="418067"/>
                    </a:lnTo>
                    <a:cubicBezTo>
                      <a:pt x="4197" y="410597"/>
                      <a:pt x="0" y="400465"/>
                      <a:pt x="0" y="389900"/>
                    </a:cubicBezTo>
                    <a:cubicBezTo>
                      <a:pt x="0" y="379335"/>
                      <a:pt x="4197" y="369203"/>
                      <a:pt x="11667" y="361733"/>
                    </a:cubicBezTo>
                    <a:lnTo>
                      <a:pt x="361733" y="11667"/>
                    </a:lnTo>
                    <a:cubicBezTo>
                      <a:pt x="369203" y="4197"/>
                      <a:pt x="379335" y="0"/>
                      <a:pt x="389900" y="0"/>
                    </a:cubicBezTo>
                    <a:cubicBezTo>
                      <a:pt x="400465" y="0"/>
                      <a:pt x="410597" y="4197"/>
                      <a:pt x="418067" y="11667"/>
                    </a:cubicBezTo>
                    <a:close/>
                  </a:path>
                </a:pathLst>
              </a:custGeom>
              <a:solidFill>
                <a:srgbClr val="19577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5" name="Google Shape;295;p11"/>
              <p:cNvSpPr txBox="1"/>
              <p:nvPr/>
            </p:nvSpPr>
            <p:spPr>
              <a:xfrm>
                <a:off x="139700" y="139700"/>
                <a:ext cx="533400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2275" lIns="12275" spcFirstLastPara="1" rIns="12275" wrap="square" tIns="12275">
                <a:noAutofit/>
              </a:bodyPr>
              <a:lstStyle/>
              <a:p>
                <a:pPr indent="0" lvl="0" marL="0" marR="0" rtl="0" algn="ctr">
                  <a:lnSpc>
                    <a:spcPct val="27444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96" name="Google Shape;296;p11"/>
            <p:cNvGrpSpPr/>
            <p:nvPr/>
          </p:nvGrpSpPr>
          <p:grpSpPr>
            <a:xfrm>
              <a:off x="-979521" y="-393368"/>
              <a:ext cx="1797860" cy="1797860"/>
              <a:chOff x="10621" y="10621"/>
              <a:chExt cx="791558" cy="791558"/>
            </a:xfrm>
          </p:grpSpPr>
          <p:sp>
            <p:nvSpPr>
              <p:cNvPr id="297" name="Google Shape;297;p11"/>
              <p:cNvSpPr/>
              <p:nvPr/>
            </p:nvSpPr>
            <p:spPr>
              <a:xfrm>
                <a:off x="10621" y="10621"/>
                <a:ext cx="791558" cy="791558"/>
              </a:xfrm>
              <a:custGeom>
                <a:rect b="b" l="l" r="r" t="t"/>
                <a:pathLst>
                  <a:path extrusionOk="0" h="791558" w="791558">
                    <a:moveTo>
                      <a:pt x="419502" y="13102"/>
                    </a:moveTo>
                    <a:lnTo>
                      <a:pt x="778456" y="372056"/>
                    </a:lnTo>
                    <a:cubicBezTo>
                      <a:pt x="791558" y="385158"/>
                      <a:pt x="791558" y="406400"/>
                      <a:pt x="778456" y="419502"/>
                    </a:cubicBezTo>
                    <a:lnTo>
                      <a:pt x="419502" y="778456"/>
                    </a:lnTo>
                    <a:cubicBezTo>
                      <a:pt x="406400" y="791558"/>
                      <a:pt x="385158" y="791558"/>
                      <a:pt x="372056" y="778456"/>
                    </a:cubicBezTo>
                    <a:lnTo>
                      <a:pt x="13102" y="419502"/>
                    </a:lnTo>
                    <a:cubicBezTo>
                      <a:pt x="0" y="406400"/>
                      <a:pt x="0" y="385158"/>
                      <a:pt x="13102" y="372056"/>
                    </a:cubicBezTo>
                    <a:lnTo>
                      <a:pt x="372056" y="13102"/>
                    </a:lnTo>
                    <a:cubicBezTo>
                      <a:pt x="385158" y="0"/>
                      <a:pt x="406400" y="0"/>
                      <a:pt x="419502" y="13102"/>
                    </a:cubicBezTo>
                    <a:close/>
                  </a:path>
                </a:pathLst>
              </a:custGeom>
              <a:solidFill>
                <a:srgbClr val="04364A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8" name="Google Shape;298;p11"/>
              <p:cNvSpPr txBox="1"/>
              <p:nvPr/>
            </p:nvSpPr>
            <p:spPr>
              <a:xfrm>
                <a:off x="139700" y="139700"/>
                <a:ext cx="533400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2275" lIns="12275" spcFirstLastPara="1" rIns="12275" wrap="square" tIns="12275">
                <a:noAutofit/>
              </a:bodyPr>
              <a:lstStyle/>
              <a:p>
                <a:pPr indent="0" lvl="0" marL="0" marR="0" rtl="0" algn="ctr">
                  <a:lnSpc>
                    <a:spcPct val="27444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99" name="Google Shape;299;p11"/>
            <p:cNvGrpSpPr/>
            <p:nvPr/>
          </p:nvGrpSpPr>
          <p:grpSpPr>
            <a:xfrm>
              <a:off x="-276024" y="942894"/>
              <a:ext cx="638788" cy="638788"/>
              <a:chOff x="28540" y="28540"/>
              <a:chExt cx="755721" cy="755721"/>
            </a:xfrm>
          </p:grpSpPr>
          <p:sp>
            <p:nvSpPr>
              <p:cNvPr id="300" name="Google Shape;300;p11"/>
              <p:cNvSpPr/>
              <p:nvPr/>
            </p:nvSpPr>
            <p:spPr>
              <a:xfrm>
                <a:off x="28540" y="28540"/>
                <a:ext cx="755721" cy="755721"/>
              </a:xfrm>
              <a:custGeom>
                <a:rect b="b" l="l" r="r" t="t"/>
                <a:pathLst>
                  <a:path extrusionOk="0" h="755721" w="755721">
                    <a:moveTo>
                      <a:pt x="441605" y="35205"/>
                    </a:moveTo>
                    <a:lnTo>
                      <a:pt x="720515" y="314115"/>
                    </a:lnTo>
                    <a:cubicBezTo>
                      <a:pt x="755720" y="349320"/>
                      <a:pt x="755720" y="406400"/>
                      <a:pt x="720515" y="441605"/>
                    </a:cubicBezTo>
                    <a:lnTo>
                      <a:pt x="441605" y="720515"/>
                    </a:lnTo>
                    <a:cubicBezTo>
                      <a:pt x="406400" y="755720"/>
                      <a:pt x="349320" y="755720"/>
                      <a:pt x="314115" y="720515"/>
                    </a:cubicBezTo>
                    <a:lnTo>
                      <a:pt x="35205" y="441605"/>
                    </a:lnTo>
                    <a:cubicBezTo>
                      <a:pt x="0" y="406400"/>
                      <a:pt x="0" y="349320"/>
                      <a:pt x="35205" y="314115"/>
                    </a:cubicBezTo>
                    <a:lnTo>
                      <a:pt x="314115" y="35205"/>
                    </a:lnTo>
                    <a:cubicBezTo>
                      <a:pt x="349320" y="0"/>
                      <a:pt x="406400" y="0"/>
                      <a:pt x="441605" y="35205"/>
                    </a:cubicBezTo>
                    <a:close/>
                  </a:path>
                </a:pathLst>
              </a:custGeom>
              <a:solidFill>
                <a:srgbClr val="052A3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1" name="Google Shape;301;p11"/>
              <p:cNvSpPr txBox="1"/>
              <p:nvPr/>
            </p:nvSpPr>
            <p:spPr>
              <a:xfrm>
                <a:off x="139700" y="139700"/>
                <a:ext cx="533400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2275" lIns="12275" spcFirstLastPara="1" rIns="12275" wrap="square" tIns="12275">
                <a:noAutofit/>
              </a:bodyPr>
              <a:lstStyle/>
              <a:p>
                <a:pPr indent="0" lvl="0" marL="0" marR="0" rtl="0" algn="ctr">
                  <a:lnSpc>
                    <a:spcPct val="27444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02" name="Google Shape;302;p11"/>
          <p:cNvSpPr txBox="1"/>
          <p:nvPr/>
        </p:nvSpPr>
        <p:spPr>
          <a:xfrm>
            <a:off x="2343150" y="555105"/>
            <a:ext cx="15430499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141313"/>
                </a:solidFill>
                <a:latin typeface="Arial"/>
                <a:ea typeface="Arial"/>
                <a:cs typeface="Arial"/>
                <a:sym typeface="Arial"/>
              </a:rPr>
              <a:t>TAREA DE FORTALECIMIENTO ACADÉMICO</a:t>
            </a:r>
            <a:endParaRPr b="1" i="0" sz="5600" u="none" cap="none" strike="noStrike">
              <a:solidFill>
                <a:srgbClr val="14131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3" name="Google Shape;303;p11"/>
          <p:cNvCxnSpPr/>
          <p:nvPr/>
        </p:nvCxnSpPr>
        <p:spPr>
          <a:xfrm>
            <a:off x="3097161" y="1558683"/>
            <a:ext cx="15190839" cy="0"/>
          </a:xfrm>
          <a:prstGeom prst="straightConnector1">
            <a:avLst/>
          </a:prstGeom>
          <a:noFill/>
          <a:ln cap="rnd" cmpd="sng" w="57150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spd="slow" p14:dur="800">
        <p14:reveal dir="l"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4"/>
          <p:cNvSpPr/>
          <p:nvPr/>
        </p:nvSpPr>
        <p:spPr>
          <a:xfrm>
            <a:off x="3861682" y="595298"/>
            <a:ext cx="10564636" cy="8663002"/>
          </a:xfrm>
          <a:custGeom>
            <a:rect b="b" l="l" r="r" t="t"/>
            <a:pathLst>
              <a:path extrusionOk="0" h="8663002" w="10564636">
                <a:moveTo>
                  <a:pt x="0" y="0"/>
                </a:moveTo>
                <a:lnTo>
                  <a:pt x="10564636" y="0"/>
                </a:lnTo>
                <a:lnTo>
                  <a:pt x="10564636" y="8663002"/>
                </a:lnTo>
                <a:lnTo>
                  <a:pt x="0" y="8663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800">
        <p14:reveal dir="l"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5"/>
          <p:cNvSpPr/>
          <p:nvPr/>
        </p:nvSpPr>
        <p:spPr>
          <a:xfrm>
            <a:off x="915620" y="118050"/>
            <a:ext cx="16659109" cy="10287000"/>
          </a:xfrm>
          <a:custGeom>
            <a:rect b="b" l="l" r="r" t="t"/>
            <a:pathLst>
              <a:path extrusionOk="0" h="10287000" w="16659109">
                <a:moveTo>
                  <a:pt x="0" y="0"/>
                </a:moveTo>
                <a:lnTo>
                  <a:pt x="16659110" y="0"/>
                </a:lnTo>
                <a:lnTo>
                  <a:pt x="1665911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800">
        <p14:reveal dir="l"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